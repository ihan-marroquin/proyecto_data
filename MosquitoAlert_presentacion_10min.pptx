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s-G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40" d="100"/>
          <a:sy n="40" d="100"/>
        </p:scale>
        <p:origin x="1282" y="29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barChart>
        <c:barDir val="bar"/>
        <c:grouping val="clustered"/>
        <c:varyColors val="0"/>
        <c:ser>
          <c:idx val="0"/>
          <c:order val="0"/>
          <c:tx>
            <c:v>Imágenes</c:v>
          </c:tx>
          <c:spPr>
            <a:solidFill>
              <a:srgbClr val="173A2B"/>
            </a:solidFill>
          </c:spPr>
          <c:invertIfNegative val="0"/>
          <c:dLbls>
            <c:numFmt formatCode="#,##0" sourceLinked="0"/>
            <c:spPr>
              <a:noFill/>
              <a:ln>
                <a:noFill/>
              </a:ln>
              <a:effectLst/>
            </c:spPr>
            <c:txPr>
              <a:bodyPr anchorCtr="1"/>
              <a:lstStyle/>
              <a:p>
                <a:pPr>
                  <a:defRPr sz="1650" b="1">
                    <a:solidFill>
                      <a:srgbClr val="25332C"/>
                    </a:solidFill>
                    <a:latin typeface="Arial"/>
                    <a:ea typeface="Arial"/>
                    <a:cs typeface="Arial"/>
                  </a:defRPr>
                </a:pPr>
                <a:endParaRPr lang="es-G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albopictus</c:v>
                </c:pt>
                <c:pt idx="1">
                  <c:v>culex</c:v>
                </c:pt>
                <c:pt idx="2">
                  <c:v>culiseta</c:v>
                </c:pt>
                <c:pt idx="3">
                  <c:v>japonicus-koreicus</c:v>
                </c:pt>
                <c:pt idx="4">
                  <c:v>anopheles</c:v>
                </c:pt>
                <c:pt idx="5">
                  <c:v>aegypti</c:v>
                </c:pt>
              </c:strCache>
            </c:strRef>
          </c:cat>
          <c:val>
            <c:numRef>
              <c:f>'Chart Data'!$B$2:$B$7</c:f>
              <c:numCache>
                <c:formatCode>0</c:formatCode>
                <c:ptCount val="6"/>
                <c:pt idx="0">
                  <c:v>1229</c:v>
                </c:pt>
                <c:pt idx="1">
                  <c:v>1193</c:v>
                </c:pt>
                <c:pt idx="2">
                  <c:v>169</c:v>
                </c:pt>
                <c:pt idx="3">
                  <c:v>106</c:v>
                </c:pt>
                <c:pt idx="4">
                  <c:v>19</c:v>
                </c:pt>
                <c:pt idx="5">
                  <c:v>12</c:v>
                </c:pt>
              </c:numCache>
            </c:numRef>
          </c:val>
          <c:extLst>
            <c:ext xmlns:c16="http://schemas.microsoft.com/office/drawing/2014/chart" uri="{C3380CC4-5D6E-409C-BE32-E72D297353CC}">
              <c16:uniqueId val="{00000000-3F82-4A11-BD8B-F9A3792B749D}"/>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650">
                <a:solidFill>
                  <a:srgbClr val="25332C"/>
                </a:solidFill>
                <a:latin typeface="Arial"/>
                <a:ea typeface="Arial"/>
                <a:cs typeface="Arial"/>
              </a:defRPr>
            </a:pPr>
            <a:endParaRPr lang="es-GT"/>
          </a:p>
        </c:txPr>
        <c:crossAx val="48672768"/>
        <c:crosses val="autoZero"/>
        <c:auto val="1"/>
        <c:lblAlgn val="ctr"/>
        <c:lblOffset val="100"/>
        <c:noMultiLvlLbl val="1"/>
      </c:catAx>
      <c:valAx>
        <c:axId val="48672768"/>
        <c:scaling>
          <c:orientation val="minMax"/>
          <c:max val="1500"/>
          <c:min val="0"/>
        </c:scaling>
        <c:delete val="0"/>
        <c:axPos val="b"/>
        <c:majorGridlines>
          <c:spPr>
            <a:ln w="9525">
              <a:solidFill>
                <a:srgbClr val="D9DFD8"/>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617068"/>
                </a:solidFill>
                <a:latin typeface="Arial"/>
                <a:ea typeface="Arial"/>
                <a:cs typeface="Arial"/>
              </a:defRPr>
            </a:pPr>
            <a:endParaRPr lang="es-GT"/>
          </a:p>
        </c:txPr>
        <c:crossAx val="48650112"/>
        <c:crosses val="autoZero"/>
        <c:crossBetween val="between"/>
        <c:majorUnit val="500"/>
      </c:valAx>
      <c:spPr>
        <a:solidFill>
          <a:srgbClr val="FBFAF6"/>
        </a:solidFill>
      </c:spPr>
    </c:plotArea>
    <c:plotVisOnly val="1"/>
    <c:dispBlanksAs val="zero"/>
    <c:showDLblsOverMax val="1"/>
  </c:chart>
  <c:spPr>
    <a:solidFill>
      <a:srgbClr val="FBFAF6"/>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barChart>
        <c:barDir val="bar"/>
        <c:grouping val="clustered"/>
        <c:varyColors val="0"/>
        <c:ser>
          <c:idx val="0"/>
          <c:order val="0"/>
          <c:tx>
            <c:v>F1 macro</c:v>
          </c:tx>
          <c:spPr>
            <a:solidFill>
              <a:srgbClr val="173A2B"/>
            </a:solidFill>
          </c:spPr>
          <c:invertIfNegative val="0"/>
          <c:dLbls>
            <c:numFmt formatCode="0.000" sourceLinked="0"/>
            <c:spPr>
              <a:noFill/>
              <a:ln>
                <a:noFill/>
              </a:ln>
              <a:effectLst/>
            </c:spPr>
            <c:txPr>
              <a:bodyPr anchorCtr="1"/>
              <a:lstStyle/>
              <a:p>
                <a:pPr>
                  <a:defRPr sz="1650" b="1">
                    <a:solidFill>
                      <a:srgbClr val="25332C"/>
                    </a:solidFill>
                    <a:latin typeface="Arial"/>
                    <a:ea typeface="Arial"/>
                    <a:cs typeface="Arial"/>
                  </a:defRPr>
                </a:pPr>
                <a:endParaRPr lang="es-G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Bosque aleatorio</c:v>
                </c:pt>
                <c:pt idx="1">
                  <c:v>Regresión logística</c:v>
                </c:pt>
                <c:pt idx="2">
                  <c:v>SVM lineal</c:v>
                </c:pt>
              </c:strCache>
            </c:strRef>
          </c:cat>
          <c:val>
            <c:numRef>
              <c:f>'Chart Data'!$B$2:$B$4</c:f>
              <c:numCache>
                <c:formatCode>0.00</c:formatCode>
                <c:ptCount val="3"/>
                <c:pt idx="0">
                  <c:v>0.26700000000000002</c:v>
                </c:pt>
                <c:pt idx="1">
                  <c:v>0.20699999999999999</c:v>
                </c:pt>
                <c:pt idx="2">
                  <c:v>0.19800000000000001</c:v>
                </c:pt>
              </c:numCache>
            </c:numRef>
          </c:val>
          <c:extLst>
            <c:ext xmlns:c16="http://schemas.microsoft.com/office/drawing/2014/chart" uri="{C3380CC4-5D6E-409C-BE32-E72D297353CC}">
              <c16:uniqueId val="{00000000-07AA-44DD-856B-A5F633D4CCAB}"/>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650">
                <a:solidFill>
                  <a:srgbClr val="25332C"/>
                </a:solidFill>
                <a:latin typeface="Arial"/>
                <a:ea typeface="Arial"/>
                <a:cs typeface="Arial"/>
              </a:defRPr>
            </a:pPr>
            <a:endParaRPr lang="es-GT"/>
          </a:p>
        </c:txPr>
        <c:crossAx val="48672768"/>
        <c:crosses val="autoZero"/>
        <c:auto val="1"/>
        <c:lblAlgn val="ctr"/>
        <c:lblOffset val="100"/>
        <c:noMultiLvlLbl val="1"/>
      </c:catAx>
      <c:valAx>
        <c:axId val="48672768"/>
        <c:scaling>
          <c:orientation val="minMax"/>
          <c:max val="1"/>
          <c:min val="0"/>
        </c:scaling>
        <c:delete val="0"/>
        <c:axPos val="b"/>
        <c:majorGridlines>
          <c:spPr>
            <a:ln w="9525">
              <a:solidFill>
                <a:srgbClr val="D9DFD8"/>
              </a:solidFill>
              <a:prstDash val="solid"/>
            </a:ln>
          </c:spPr>
        </c:majorGridlines>
        <c:numFmt formatCode="0.00" sourceLinked="1"/>
        <c:majorTickMark val="none"/>
        <c:minorTickMark val="none"/>
        <c:tickLblPos val="nextTo"/>
        <c:spPr>
          <a:ln w="9525">
            <a:solidFill>
              <a:srgbClr val="D4D4D4"/>
            </a:solidFill>
            <a:prstDash val="solid"/>
          </a:ln>
        </c:spPr>
        <c:txPr>
          <a:bodyPr anchorCtr="1"/>
          <a:lstStyle/>
          <a:p>
            <a:pPr>
              <a:defRPr sz="1350">
                <a:solidFill>
                  <a:srgbClr val="617068"/>
                </a:solidFill>
                <a:latin typeface="Arial"/>
                <a:ea typeface="Arial"/>
                <a:cs typeface="Arial"/>
              </a:defRPr>
            </a:pPr>
            <a:endParaRPr lang="es-GT"/>
          </a:p>
        </c:txPr>
        <c:crossAx val="48650112"/>
        <c:crosses val="autoZero"/>
        <c:crossBetween val="between"/>
        <c:majorUnit val="0.25"/>
      </c:valAx>
      <c:spPr>
        <a:solidFill>
          <a:srgbClr val="FBFAF6"/>
        </a:solidFill>
      </c:spPr>
    </c:plotArea>
    <c:plotVisOnly val="1"/>
    <c:dispBlanksAs val="zero"/>
    <c:showDLblsOverMax val="1"/>
  </c:chart>
  <c:spPr>
    <a:solidFill>
      <a:srgbClr val="FBFAF6"/>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barChart>
        <c:barDir val="bar"/>
        <c:grouping val="clustered"/>
        <c:varyColors val="0"/>
        <c:ser>
          <c:idx val="0"/>
          <c:order val="0"/>
          <c:tx>
            <c:v>Recall</c:v>
          </c:tx>
          <c:spPr>
            <a:solidFill>
              <a:srgbClr val="173A2B"/>
            </a:solidFill>
          </c:spPr>
          <c:invertIfNegative val="0"/>
          <c:dLbls>
            <c:numFmt formatCode="0.0%" sourceLinked="0"/>
            <c:spPr>
              <a:noFill/>
              <a:ln>
                <a:noFill/>
              </a:ln>
              <a:effectLst/>
            </c:spPr>
            <c:txPr>
              <a:bodyPr anchorCtr="1"/>
              <a:lstStyle/>
              <a:p>
                <a:pPr>
                  <a:defRPr sz="1650" b="1">
                    <a:solidFill>
                      <a:srgbClr val="25332C"/>
                    </a:solidFill>
                    <a:latin typeface="Arial"/>
                    <a:ea typeface="Arial"/>
                    <a:cs typeface="Arial"/>
                  </a:defRPr>
                </a:pPr>
                <a:endParaRPr lang="es-GT"/>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Data'!$A$2:$A$7</c:f>
              <c:strCache>
                <c:ptCount val="6"/>
                <c:pt idx="0">
                  <c:v>albopictus (n=185)</c:v>
                </c:pt>
                <c:pt idx="1">
                  <c:v>culex (n=179)</c:v>
                </c:pt>
                <c:pt idx="2">
                  <c:v>culiseta (n=25)</c:v>
                </c:pt>
                <c:pt idx="3">
                  <c:v>japonicus-koreicus (n=16)</c:v>
                </c:pt>
                <c:pt idx="4">
                  <c:v>anopheles (n=3)</c:v>
                </c:pt>
                <c:pt idx="5">
                  <c:v>aegypti (n=2)</c:v>
                </c:pt>
              </c:strCache>
            </c:strRef>
          </c:cat>
          <c:val>
            <c:numRef>
              <c:f>'Chart Data'!$B$2:$B$7</c:f>
              <c:numCache>
                <c:formatCode>0%</c:formatCode>
                <c:ptCount val="6"/>
                <c:pt idx="0">
                  <c:v>0.87027027030000004</c:v>
                </c:pt>
                <c:pt idx="1">
                  <c:v>0.83240223459999996</c:v>
                </c:pt>
                <c:pt idx="2">
                  <c:v>0</c:v>
                </c:pt>
                <c:pt idx="3">
                  <c:v>0</c:v>
                </c:pt>
                <c:pt idx="4">
                  <c:v>0</c:v>
                </c:pt>
                <c:pt idx="5">
                  <c:v>0</c:v>
                </c:pt>
              </c:numCache>
            </c:numRef>
          </c:val>
          <c:extLst>
            <c:ext xmlns:c16="http://schemas.microsoft.com/office/drawing/2014/chart" uri="{C3380CC4-5D6E-409C-BE32-E72D297353CC}">
              <c16:uniqueId val="{00000000-D30B-4125-A270-35785F5E660B}"/>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650">
                <a:solidFill>
                  <a:srgbClr val="25332C"/>
                </a:solidFill>
                <a:latin typeface="Arial"/>
                <a:ea typeface="Arial"/>
                <a:cs typeface="Arial"/>
              </a:defRPr>
            </a:pPr>
            <a:endParaRPr lang="es-GT"/>
          </a:p>
        </c:txPr>
        <c:crossAx val="48672768"/>
        <c:crosses val="autoZero"/>
        <c:auto val="1"/>
        <c:lblAlgn val="ctr"/>
        <c:lblOffset val="100"/>
        <c:noMultiLvlLbl val="1"/>
      </c:catAx>
      <c:valAx>
        <c:axId val="48672768"/>
        <c:scaling>
          <c:orientation val="minMax"/>
          <c:max val="1"/>
          <c:min val="0"/>
        </c:scaling>
        <c:delete val="0"/>
        <c:axPos val="b"/>
        <c:majorGridlines>
          <c:spPr>
            <a:ln w="9525">
              <a:solidFill>
                <a:srgbClr val="D9DFD8"/>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350">
                <a:solidFill>
                  <a:srgbClr val="617068"/>
                </a:solidFill>
                <a:latin typeface="Arial"/>
                <a:ea typeface="Arial"/>
                <a:cs typeface="Arial"/>
              </a:defRPr>
            </a:pPr>
            <a:endParaRPr lang="es-GT"/>
          </a:p>
        </c:txPr>
        <c:crossAx val="48650112"/>
        <c:crosses val="autoZero"/>
        <c:crossBetween val="between"/>
        <c:majorUnit val="0.25"/>
      </c:valAx>
      <c:spPr>
        <a:solidFill>
          <a:srgbClr val="FBFAF6"/>
        </a:solidFill>
      </c:spPr>
    </c:plotArea>
    <c:plotVisOnly val="1"/>
    <c:dispBlanksAs val="zero"/>
    <c:showDLblsOverMax val="1"/>
  </c:chart>
  <c:spPr>
    <a:solidFill>
      <a:srgbClr val="FBFAF6"/>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Ihan. 20 segundos. 0:00–0:20.</a:t>
            </a:r>
          </a:p>
          <a:p>
            <a:endParaRPr/>
          </a:p>
          <a:p>
            <a:r>
              <a:t>Presentamos Mosquito Alert, un sistema que compara tres modelos para clasificar fotografías de mosquitos en seis etiquetas taxonómicas. Conectamos el análisis exploratorio con un pipeline reproducible y una aplicación interactiva. Hoy mostramos el diseño, los resultados parciales y una demo de la aplicación. La principal limitación aparece en las clases con pocos ejemplos.</a:t>
            </a:r>
          </a:p>
          <a:p>
            <a:endParaRPr/>
          </a:p>
          <a:p>
            <a:r>
              <a:t>Repositorio: https://github.com/Ihan-Marroquin/Proyecto_data</a:t>
            </a:r>
          </a:p>
          <a:p>
            <a:r>
              <a:t>Datos oficiales: https://doi.org/10.5281/zenodo.15063886. Licencia CC BY-NC-SA 4.0.</a:t>
            </a:r>
          </a:p>
          <a:p>
            <a:r>
              <a:t>Evidencia local: Proyecto2_informeFinal.pdf, src/modeling.py, src/train_models.py, app.py y models/evaluacion/*.csv.</a:t>
            </a:r>
          </a:p>
          <a:p>
            <a:r>
              <a:t>Las fotos y capturas pertenecen al conjunto y a la aplicación del proyecto. Los resultados son parciales.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Ihan. 50 segundos. 0:20–1:10.</a:t>
            </a:r>
          </a:p>
          <a:p>
            <a:endParaRPr/>
          </a:p>
          <a:p>
            <a:r>
              <a:t>Las fotografías ciudadanas cambian de fondo, iluminación, resolución y escala. Esa variabilidad dificulta distinguir visualmente los grupos del conjunto. Nuestro objetivo fue comparar tres clasificadores para las seis etiquetas y construir una aplicación que permita cargar una foto, explorar los datos y comparar resultados. Lo medimos con tres familias de modelos, dos configuraciones por familia y métricas globales y por clase. El sistema es una línea base experimental: todavía requiere validación experta y externa.</a:t>
            </a:r>
          </a:p>
          <a:p>
            <a:endParaRPr/>
          </a:p>
          <a:p>
            <a:r>
              <a:t>Repositorio: https://github.com/Ihan-Marroquin/Proyecto_data</a:t>
            </a:r>
          </a:p>
          <a:p>
            <a:r>
              <a:t>Datos oficiales: https://doi.org/10.5281/zenodo.15063886. Licencia CC BY-NC-SA 4.0.</a:t>
            </a:r>
          </a:p>
          <a:p>
            <a:r>
              <a:t>Evidencia local: Proyecto2_informeFinal.pdf, src/modeling.py, src/train_models.py, app.py y models/evaluacion/*.csv.</a:t>
            </a:r>
          </a:p>
          <a:p>
            <a:r>
              <a:t>Las fotos y capturas pertenecen al conjunto y a la aplicación del proyecto. Los resultados son parciales.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Ihan. 50 segundos. 1:10–2:00.</a:t>
            </a:r>
          </a:p>
          <a:p>
            <a:endParaRPr/>
          </a:p>
          <a:p>
            <a:r>
              <a:t>El análisis exploratorio caracterizó las 10,357 imágenes del conjunto completo. Esta corrida de modelado usó 2,728 imágenes completas disponibles en una descarga parcial del archivo oficial. Esa disponibilidad no equivale a una muestra aleatoria representativa. Dividimos con estratificación y semilla 42. Después limitamos entrenamiento a 600 imágenes por clase, por lo que entrenamos con 1,414, validamos con 410 y probamos con 410. Los 494 ejemplos mayoritarios restantes quedaron fuera del ajuste inicial. Validación y prueba conservan la distribución de la muestra disponible.</a:t>
            </a:r>
          </a:p>
          <a:p>
            <a:endParaRPr/>
          </a:p>
          <a:p>
            <a:r>
              <a:t>Repositorio: https://github.com/Ihan-Marroquin/Proyecto_data</a:t>
            </a:r>
          </a:p>
          <a:p>
            <a:r>
              <a:t>Datos oficiales: https://doi.org/10.5281/zenodo.15063886. Licencia CC BY-NC-SA 4.0.</a:t>
            </a:r>
          </a:p>
          <a:p>
            <a:r>
              <a:t>Evidencia local: Proyecto2_informeFinal.pdf, src/modeling.py, src/train_models.py, app.py y models/evaluacion/*.csv.</a:t>
            </a:r>
          </a:p>
          <a:p>
            <a:r>
              <a:t>Las fotos y capturas pertenecen al conjunto y a la aplicación del proyecto. Los resultados son parciales.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Ihan. 80 segundos. 2:00–3:20.</a:t>
            </a:r>
          </a:p>
          <a:p>
            <a:endParaRPr/>
          </a:p>
          <a:p>
            <a:r>
              <a:t>En entrenamiento partimos de las imágenes y sus cajas delimitadoras. Corregimos orientación EXIF, recortamos y ajustamos a 96 por 96 preservando proporción mediante letterbox. Extraemos HOG para forma y HSV para color. Comparamos regresión logística y SVM sobre ambos descriptores, y bosque aleatorio sobre HSV. src/modeling.py concentra las funciones de imagen. src/train_models.py divide, ajusta y evalúa. Guardamos modelos joblib y métricas para que app.py haga inferencia y muestre resultados. En la app el usuario selecciona manualmente la región: todavía no implementamos un detector automático. El ajuste de región de la app es manual y el entrenamiento agrega un margen del 5%, una diferencia a controlar en una siguiente iteración.</a:t>
            </a:r>
          </a:p>
          <a:p>
            <a:endParaRPr/>
          </a:p>
          <a:p>
            <a:r>
              <a:t>Repositorio: https://github.com/Ihan-Marroquin/Proyecto_data</a:t>
            </a:r>
          </a:p>
          <a:p>
            <a:r>
              <a:t>Datos oficiales: https://doi.org/10.5281/zenodo.15063886. Licencia CC BY-NC-SA 4.0.</a:t>
            </a:r>
          </a:p>
          <a:p>
            <a:r>
              <a:t>Evidencia local: Proyecto2_informeFinal.pdf, src/modeling.py, src/train_models.py, app.py y models/evaluacion/*.csv.</a:t>
            </a:r>
          </a:p>
          <a:p>
            <a:r>
              <a:t>Las fotos y capturas pertenecen al conjunto y a la aplicación del proyecto. Los resultados son parciales.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Diego. 70 segundos. 3:20–4:30.</a:t>
            </a:r>
          </a:p>
          <a:p>
            <a:endParaRPr/>
          </a:p>
          <a:p>
            <a:r>
              <a:t>El recorte reduce la influencia del fondo y letterbox conserva las proporciones del mosquito. Deformar a un cuadrado perdería geometría. Elegimos descriptores HOG y HSV como líneas base ejecutables en CPU. La alternativa futura es transferencia de aprendizaje con una CNN ligera, que aún no evaluamos aquí. La estratificación, los pesos de clase y el límite de las clases mayoritarias moderan el desbalance sin resolverlo. Probamos dos configuraciones por familia. Seleccionamos cada configuración con F1 macro de validación, reajustamos con entrenamiento más validación y luego evaluamos en prueba. Comparamos pipelines completos porque el bosque usa color y los modelos lineales usan forma más color.</a:t>
            </a:r>
          </a:p>
          <a:p>
            <a:endParaRPr/>
          </a:p>
          <a:p>
            <a:r>
              <a:t>Repositorio: https://github.com/Ihan-Marroquin/Proyecto_data</a:t>
            </a:r>
          </a:p>
          <a:p>
            <a:r>
              <a:t>Datos oficiales: https://doi.org/10.5281/zenodo.15063886. Licencia CC BY-NC-SA 4.0.</a:t>
            </a:r>
          </a:p>
          <a:p>
            <a:r>
              <a:t>Evidencia local: Proyecto2_informeFinal.pdf, src/modeling.py, src/train_models.py, app.py y models/evaluacion/*.csv.</a:t>
            </a:r>
          </a:p>
          <a:p>
            <a:r>
              <a:t>Las fotos y capturas pertenecen al conjunto y a la aplicación del proyecto. Los resultados son parciales.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Diego. 70 segundos. 4:30–5:40.</a:t>
            </a:r>
          </a:p>
          <a:p>
            <a:endParaRPr/>
          </a:p>
          <a:p>
            <a:r>
              <a:t>En las 410 imágenes de prueba, el bosque aleatorio obtuvo F1 macro de 0.267, seguido de regresión logística con 0.207 y SVM con 0.198. La exactitud del bosque llega a 75.6%, pero su exactitud balanceada es solo 28.4%. F1 macro promedia el desempeño de las seis etiquetas por igual, mientras que la exactitud global pesa cada imagen y favorece a las clases frecuentes. El ranking de prueba describe estos resultados parciales. Usar repetidamente ese conjunto para decidir cambios futuros dejaría de ser una evaluación independiente. Las mediciones de velocidad del informe corresponden a características ya extraídas, no a la latencia completa de la app.</a:t>
            </a:r>
          </a:p>
          <a:p>
            <a:endParaRPr/>
          </a:p>
          <a:p>
            <a:r>
              <a:t>Repositorio: https://github.com/Ihan-Marroquin/Proyecto_data</a:t>
            </a:r>
          </a:p>
          <a:p>
            <a:r>
              <a:t>Datos oficiales: https://doi.org/10.5281/zenodo.15063886. Licencia CC BY-NC-SA 4.0.</a:t>
            </a:r>
          </a:p>
          <a:p>
            <a:r>
              <a:t>Evidencia local: Proyecto2_informeFinal.pdf, src/modeling.py, src/train_models.py, app.py y models/evaluacion/*.csv.</a:t>
            </a:r>
          </a:p>
          <a:p>
            <a:r>
              <a:t>Las fotos y capturas pertenecen al conjunto y a la aplicación del proyecto. Los resultados son parciales.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Diego. 60 segundos. 5:40–6:40.</a:t>
            </a:r>
          </a:p>
          <a:p>
            <a:endParaRPr/>
          </a:p>
          <a:p>
            <a:r>
              <a:t>El bosque recupera 87.0% de albopictus y 83.2% de culex, pero no recupera las otras cuatro clases en esta prueba. Hay 185 y 179 imágenes de las dos frecuentes frente a solo dos de aegypti y tres de anopheles. Las métricas de esas etiquetas son muy inestables. El cero en culiseta y japonicus-koreicus también muestra un problema que no se explica únicamente por los soportes más pequeños. Esta evidencia limita la conclusión: es el mejor baseline de esta corrida, pero todavía no clasifica bien todos los grupos. Las puntuaciones normalizadas de SVM no son probabilidades calibradas.</a:t>
            </a:r>
          </a:p>
          <a:p>
            <a:endParaRPr/>
          </a:p>
          <a:p>
            <a:r>
              <a:t>Repositorio: https://github.com/Ihan-Marroquin/Proyecto_data</a:t>
            </a:r>
          </a:p>
          <a:p>
            <a:r>
              <a:t>Datos oficiales: https://doi.org/10.5281/zenodo.15063886. Licencia CC BY-NC-SA 4.0.</a:t>
            </a:r>
          </a:p>
          <a:p>
            <a:r>
              <a:t>Evidencia local: Proyecto2_informeFinal.pdf, src/modeling.py, src/train_models.py, app.py y models/evaluacion/*.csv.</a:t>
            </a:r>
          </a:p>
          <a:p>
            <a:r>
              <a:t>Las fotos y capturas pertenecen al conjunto y a la aplicación del proyecto. Los resultados son parciales.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Milton. 120 segundos. 6:40–8:40.</a:t>
            </a:r>
          </a:p>
          <a:p>
            <a:endParaRPr/>
          </a:p>
          <a:p>
            <a:r>
              <a:t>Cambiar a http://localhost:8501. En Clasificar, cargar una foto y ajustar los límites de la región. Consultar los tres modelos y mostrar sus salidas. Enseñar un ejemplo correcto y un ejemplo de etiqueta minoritaria que el modelo confunde, sin prometer que la foto cargada mantiene la misma salida si cambia el recorte manual. En Comparar modelos, mostrar la diferencia entre exactitud y F1 macro, el recall por clase y la tabla de errores. En Explorar datos, mostrar las seis clases y la variación de escala. Si falla la app, reproducir MosquitoAlert_demo_respaldo.webm. La grabación muestra la app real y no tiene narración, así que la explicación continúa en vivo.</a:t>
            </a:r>
          </a:p>
          <a:p>
            <a:endParaRPr/>
          </a:p>
          <a:p>
            <a:r>
              <a:t>Repositorio: https://github.com/Ihan-Marroquin/Proyecto_data</a:t>
            </a:r>
          </a:p>
          <a:p>
            <a:r>
              <a:t>Datos oficiales: https://doi.org/10.5281/zenodo.15063886. Licencia CC BY-NC-SA 4.0.</a:t>
            </a:r>
          </a:p>
          <a:p>
            <a:r>
              <a:t>Evidencia local: Proyecto2_informeFinal.pdf, src/modeling.py, src/train_models.py, app.py y models/evaluacion/*.csv.</a:t>
            </a:r>
          </a:p>
          <a:p>
            <a:r>
              <a:t>Las fotos y capturas pertenecen al conjunto y a la aplicación del proyecto. Los resultados son parciales.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Milton. 50 segundos. 8:40–9:30.</a:t>
            </a:r>
          </a:p>
          <a:p>
            <a:endParaRPr/>
          </a:p>
          <a:p>
            <a:r>
              <a:t>El primer reto fue el fuerte desbalance. Lo enfrentamos con estratificación, ponderación y un tope por clase en entrenamiento. Aprendimos a mirar recall y F1 macro, porque la exactitud sola ocultaba los fallos. Otro reto fue la variación de geometría y resolución. El recorte y letterbox redujeron el costo y conservaron proporción. Compartimos funciones de características entre entrenamiento y app, aunque debemos igualar mejor el margen de recorte. La descarga pesada nos obligó a usar una muestra disponible. La solución fue declarar el alcance y conservar metadatos, no asumir que esa muestra representa al conjunto completo.</a:t>
            </a:r>
          </a:p>
          <a:p>
            <a:endParaRPr/>
          </a:p>
          <a:p>
            <a:r>
              <a:t>Repositorio: https://github.com/Ihan-Marroquin/Proyecto_data</a:t>
            </a:r>
          </a:p>
          <a:p>
            <a:r>
              <a:t>Datos oficiales: https://doi.org/10.5281/zenodo.15063886. Licencia CC BY-NC-SA 4.0.</a:t>
            </a:r>
          </a:p>
          <a:p>
            <a:r>
              <a:t>Evidencia local: Proyecto2_informeFinal.pdf, src/modeling.py, src/train_models.py, app.py y models/evaluacion/*.csv.</a:t>
            </a:r>
          </a:p>
          <a:p>
            <a:r>
              <a:t>Las fotos y capturas pertenecen al conjunto y a la aplicación del proyecto. Los resultados son parciales.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Milton. 30 segundos. 9:30–10:00.</a:t>
            </a:r>
          </a:p>
          <a:p>
            <a:endParaRPr/>
          </a:p>
          <a:p>
            <a:r>
              <a:t>Cumplimos el flujo reproducible, la comparación de tres pipelines y la aplicación funcional. El bosque fue la mejor línea base parcial con F1 macro 0.267, y el análisis por clase mostró la principal deuda: las etiquetas minoritarias. La próxima iteración debe completar el conjunto, reforzar esas etiquetas y evaluar transferencia de aprendizaje. Después necesitamos calibración y una validación externa. El código y el informe están en el repositorio mostrado.</a:t>
            </a:r>
          </a:p>
          <a:p>
            <a:endParaRPr/>
          </a:p>
          <a:p>
            <a:r>
              <a:t>Repositorio: https://github.com/Ihan-Marroquin/Proyecto_data</a:t>
            </a:r>
          </a:p>
          <a:p>
            <a:r>
              <a:t>Datos oficiales: https://doi.org/10.5281/zenodo.15063886. Licencia CC BY-NC-SA 4.0.</a:t>
            </a:r>
          </a:p>
          <a:p>
            <a:r>
              <a:t>Evidencia local: Proyecto2_informeFinal.pdf, src/modeling.py, src/train_models.py, app.py y models/evaluacion/*.csv.</a:t>
            </a:r>
          </a:p>
          <a:p>
            <a:r>
              <a:t>Las fotos y capturas pertenecen al conjunto y a la aplicación del proyecto. Los resultados son parciales.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Todo el equipo. 10:00–15:00.</a:t>
            </a:r>
          </a:p>
          <a:p>
            <a:endParaRPr/>
          </a:p>
          <a:p>
            <a:r>
              <a:t>Los cinco minutos finales incluyen preguntas y cambio de grupo. Todos deben poder explicar los datos, la arquitectura, el protocolo de evaluación y las limitaciones. Ante una pregunta no evaluada, indicar qué evidencia falta y cómo se obtendría. No atribuir detección automática, CNN, validación externa ni calibración al sistema actual.</a:t>
            </a:r>
          </a:p>
          <a:p>
            <a:endParaRPr/>
          </a:p>
          <a:p>
            <a:r>
              <a:t>Repositorio: https://github.com/Ihan-Marroquin/Proyecto_data</a:t>
            </a:r>
          </a:p>
          <a:p>
            <a:r>
              <a:t>Datos oficiales: https://doi.org/10.5281/zenodo.15063886. Licencia CC BY-NC-SA 4.0.</a:t>
            </a:r>
          </a:p>
          <a:p>
            <a:r>
              <a:t>Evidencia local: Proyecto2_informeFinal.pdf, src/modeling.py, src/train_models.py, app.py y models/evaluacion/*.csv.</a:t>
            </a:r>
          </a:p>
          <a:p>
            <a:r>
              <a:t>Las fotos y capturas pertenecen al conjunto y a la aplicación del proyecto. Los resultados son parciales.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561BE88-EFFB-4019-B043-872D35B4D8C5}"/>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ADF047DE-E112-4271-96E8-23AC75CFBEB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84AC0AE-4DC9-4835-B353-A788CEDA455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2606D02-F4B8-458D-A31A-207286549E4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26B13BBD-6009-4D98-8FF9-B4A51ECC23CE}"/>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D73E25E-F4EC-4425-87A8-63D9F182374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DFB48FE-49E4-41CE-B20A-7663054208C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1387289C-B83F-4DF2-B5BC-F5D30E4FD34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4D0B421-CE8A-45C2-9638-89017552381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1A83C65-2A00-4381-B217-6898525EBED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A2B"/>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FFEAEBC8-648A-456A-822E-EF526EA9EC3A}"/>
              </a:ext>
            </a:extLst>
          </p:cNvPr>
          <p:cNvSpPr>
            <a:spLocks noGrp="1"/>
          </p:cNvSpPr>
          <p:nvPr/>
        </p:nvSpPr>
        <p:spPr>
          <a:xfrm>
            <a:off x="628650" y="1200150"/>
            <a:ext cx="5905500" cy="1952625"/>
          </a:xfrm>
          <a:prstGeom prst="rect">
            <a:avLst/>
          </a:prstGeom>
          <a:noFill/>
          <a:ln w="0">
            <a:noFill/>
          </a:ln>
        </p:spPr>
        <p:txBody>
          <a:bodyPr/>
          <a:lstStyle>
            <a:defPPr>
              <a:defRPr sz="6000" b="1">
                <a:solidFill>
                  <a:srgbClr val="FFFFFF"/>
                </a:solidFill>
                <a:latin typeface="Arial"/>
                <a:ea typeface="Arial"/>
                <a:cs typeface="Arial"/>
              </a:defRPr>
            </a:defPPr>
            <a:lvl1pPr>
              <a:defRPr sz="6000" b="1">
                <a:solidFill>
                  <a:srgbClr val="FFFFFF"/>
                </a:solidFill>
                <a:latin typeface="Arial"/>
                <a:ea typeface="Arial"/>
                <a:cs typeface="Arial"/>
              </a:defRPr>
            </a:lvl1pPr>
            <a:lvl2pPr>
              <a:defRPr sz="6000" b="1">
                <a:solidFill>
                  <a:srgbClr val="FFFFFF"/>
                </a:solidFill>
                <a:latin typeface="Arial"/>
                <a:ea typeface="Arial"/>
                <a:cs typeface="Arial"/>
              </a:defRPr>
            </a:lvl2pPr>
            <a:lvl3pPr>
              <a:defRPr sz="6000" b="1">
                <a:solidFill>
                  <a:srgbClr val="FFFFFF"/>
                </a:solidFill>
                <a:latin typeface="Arial"/>
                <a:ea typeface="Arial"/>
                <a:cs typeface="Arial"/>
              </a:defRPr>
            </a:lvl3pPr>
            <a:lvl4pPr>
              <a:defRPr sz="6000" b="1">
                <a:solidFill>
                  <a:srgbClr val="FFFFFF"/>
                </a:solidFill>
                <a:latin typeface="Arial"/>
                <a:ea typeface="Arial"/>
                <a:cs typeface="Arial"/>
              </a:defRPr>
            </a:lvl4pPr>
            <a:lvl5pPr>
              <a:defRPr sz="6000" b="1">
                <a:solidFill>
                  <a:srgbClr val="FFFFFF"/>
                </a:solidFill>
                <a:latin typeface="Arial"/>
                <a:ea typeface="Arial"/>
                <a:cs typeface="Arial"/>
              </a:defRPr>
            </a:lvl5pPr>
            <a:lvl6pPr>
              <a:defRPr sz="6000" b="1">
                <a:solidFill>
                  <a:srgbClr val="FFFFFF"/>
                </a:solidFill>
                <a:latin typeface="Arial"/>
                <a:ea typeface="Arial"/>
                <a:cs typeface="Arial"/>
              </a:defRPr>
            </a:lvl6pPr>
            <a:lvl7pPr>
              <a:defRPr sz="6000" b="1">
                <a:solidFill>
                  <a:srgbClr val="FFFFFF"/>
                </a:solidFill>
                <a:latin typeface="Arial"/>
                <a:ea typeface="Arial"/>
                <a:cs typeface="Arial"/>
              </a:defRPr>
            </a:lvl7pPr>
            <a:lvl8pPr>
              <a:defRPr sz="6000" b="1">
                <a:solidFill>
                  <a:srgbClr val="FFFFFF"/>
                </a:solidFill>
                <a:latin typeface="Arial"/>
                <a:ea typeface="Arial"/>
                <a:cs typeface="Arial"/>
              </a:defRPr>
            </a:lvl8pPr>
            <a:lvl9pPr>
              <a:defRPr sz="6000" b="1">
                <a:solidFill>
                  <a:srgbClr val="FFFFFF"/>
                </a:solidFill>
                <a:latin typeface="Arial"/>
                <a:ea typeface="Arial"/>
                <a:cs typeface="Arial"/>
              </a:defRPr>
            </a:lvl9pPr>
          </a:lstStyle>
          <a:p>
            <a:pPr>
              <a:defRPr sz="6000" b="1">
                <a:solidFill>
                  <a:srgbClr val="FFFFFF"/>
                </a:solidFill>
                <a:latin typeface="Arial"/>
                <a:ea typeface="Arial"/>
                <a:cs typeface="Arial"/>
              </a:defRPr>
            </a:pPr>
            <a:r>
              <a:rPr sz="6000" b="1">
                <a:solidFill>
                  <a:srgbClr val="FFFFFF"/>
                </a:solidFill>
                <a:latin typeface="Arial"/>
                <a:ea typeface="Arial"/>
                <a:cs typeface="Arial"/>
              </a:rPr>
              <a:t>Mosquito</a:t>
            </a:r>
          </a:p>
          <a:p>
            <a:pPr>
              <a:defRPr sz="6000" b="1">
                <a:solidFill>
                  <a:srgbClr val="FFFFFF"/>
                </a:solidFill>
                <a:latin typeface="Arial"/>
                <a:ea typeface="Arial"/>
                <a:cs typeface="Arial"/>
              </a:defRPr>
            </a:pPr>
            <a:r>
              <a:rPr sz="6000" b="1">
                <a:solidFill>
                  <a:srgbClr val="FFFFFF"/>
                </a:solidFill>
                <a:latin typeface="Arial"/>
                <a:ea typeface="Arial"/>
                <a:cs typeface="Arial"/>
              </a:rPr>
              <a:t>Alert</a:t>
            </a:r>
          </a:p>
        </p:txBody>
      </p:sp>
      <p:sp>
        <p:nvSpPr>
          <p:cNvPr id="2" name="Rectángulo 1">
            <a:extLst>
              <a:ext uri="{FF2B5EF4-FFF2-40B4-BE49-F238E27FC236}">
                <a16:creationId xmlns:a16="http://schemas.microsoft.com/office/drawing/2014/main" id="{233D682E-6237-4530-829C-B6F40C5E0EC8}"/>
              </a:ext>
            </a:extLst>
          </p:cNvPr>
          <p:cNvSpPr>
            <a:spLocks noGrp="1"/>
          </p:cNvSpPr>
          <p:nvPr/>
        </p:nvSpPr>
        <p:spPr>
          <a:xfrm>
            <a:off x="666750" y="3257550"/>
            <a:ext cx="5715000" cy="857250"/>
          </a:xfrm>
          <a:prstGeom prst="rect">
            <a:avLst/>
          </a:prstGeom>
          <a:noFill/>
          <a:ln w="0">
            <a:noFill/>
          </a:ln>
        </p:spPr>
        <p:txBody>
          <a:bodyPr/>
          <a:lstStyle>
            <a:defPPr>
              <a:defRPr sz="2475">
                <a:solidFill>
                  <a:srgbClr val="E1E9DC"/>
                </a:solidFill>
                <a:latin typeface="Arial"/>
                <a:ea typeface="Arial"/>
                <a:cs typeface="Arial"/>
              </a:defRPr>
            </a:defPPr>
            <a:lvl1pPr>
              <a:defRPr sz="2475">
                <a:solidFill>
                  <a:srgbClr val="E1E9DC"/>
                </a:solidFill>
                <a:latin typeface="Arial"/>
                <a:ea typeface="Arial"/>
                <a:cs typeface="Arial"/>
              </a:defRPr>
            </a:lvl1pPr>
            <a:lvl2pPr>
              <a:defRPr sz="2475">
                <a:solidFill>
                  <a:srgbClr val="E1E9DC"/>
                </a:solidFill>
                <a:latin typeface="Arial"/>
                <a:ea typeface="Arial"/>
                <a:cs typeface="Arial"/>
              </a:defRPr>
            </a:lvl2pPr>
            <a:lvl3pPr>
              <a:defRPr sz="2475">
                <a:solidFill>
                  <a:srgbClr val="E1E9DC"/>
                </a:solidFill>
                <a:latin typeface="Arial"/>
                <a:ea typeface="Arial"/>
                <a:cs typeface="Arial"/>
              </a:defRPr>
            </a:lvl3pPr>
            <a:lvl4pPr>
              <a:defRPr sz="2475">
                <a:solidFill>
                  <a:srgbClr val="E1E9DC"/>
                </a:solidFill>
                <a:latin typeface="Arial"/>
                <a:ea typeface="Arial"/>
                <a:cs typeface="Arial"/>
              </a:defRPr>
            </a:lvl4pPr>
            <a:lvl5pPr>
              <a:defRPr sz="2475">
                <a:solidFill>
                  <a:srgbClr val="E1E9DC"/>
                </a:solidFill>
                <a:latin typeface="Arial"/>
                <a:ea typeface="Arial"/>
                <a:cs typeface="Arial"/>
              </a:defRPr>
            </a:lvl5pPr>
            <a:lvl6pPr>
              <a:defRPr sz="2475">
                <a:solidFill>
                  <a:srgbClr val="E1E9DC"/>
                </a:solidFill>
                <a:latin typeface="Arial"/>
                <a:ea typeface="Arial"/>
                <a:cs typeface="Arial"/>
              </a:defRPr>
            </a:lvl6pPr>
            <a:lvl7pPr>
              <a:defRPr sz="2475">
                <a:solidFill>
                  <a:srgbClr val="E1E9DC"/>
                </a:solidFill>
                <a:latin typeface="Arial"/>
                <a:ea typeface="Arial"/>
                <a:cs typeface="Arial"/>
              </a:defRPr>
            </a:lvl7pPr>
            <a:lvl8pPr>
              <a:defRPr sz="2475">
                <a:solidFill>
                  <a:srgbClr val="E1E9DC"/>
                </a:solidFill>
                <a:latin typeface="Arial"/>
                <a:ea typeface="Arial"/>
                <a:cs typeface="Arial"/>
              </a:defRPr>
            </a:lvl8pPr>
            <a:lvl9pPr>
              <a:defRPr sz="2475">
                <a:solidFill>
                  <a:srgbClr val="E1E9DC"/>
                </a:solidFill>
                <a:latin typeface="Arial"/>
                <a:ea typeface="Arial"/>
                <a:cs typeface="Arial"/>
              </a:defRPr>
            </a:lvl9pPr>
          </a:lstStyle>
          <a:p>
            <a:pPr>
              <a:defRPr sz="2475">
                <a:solidFill>
                  <a:srgbClr val="E1E9DC"/>
                </a:solidFill>
                <a:latin typeface="Arial"/>
                <a:ea typeface="Arial"/>
                <a:cs typeface="Arial"/>
              </a:defRPr>
            </a:pPr>
            <a:r>
              <a:rPr sz="2475">
                <a:solidFill>
                  <a:srgbClr val="E1E9DC"/>
                </a:solidFill>
                <a:latin typeface="Arial"/>
                <a:ea typeface="Arial"/>
                <a:cs typeface="Arial"/>
              </a:rPr>
              <a:t>Clasificación de mosquitos</a:t>
            </a:r>
          </a:p>
          <a:p>
            <a:pPr>
              <a:defRPr sz="2475">
                <a:solidFill>
                  <a:srgbClr val="E1E9DC"/>
                </a:solidFill>
                <a:latin typeface="Arial"/>
                <a:ea typeface="Arial"/>
                <a:cs typeface="Arial"/>
              </a:defRPr>
            </a:pPr>
            <a:r>
              <a:rPr sz="2475">
                <a:solidFill>
                  <a:srgbClr val="E1E9DC"/>
                </a:solidFill>
                <a:latin typeface="Arial"/>
                <a:ea typeface="Arial"/>
                <a:cs typeface="Arial"/>
              </a:rPr>
              <a:t>con aprendizaje automático</a:t>
            </a:r>
          </a:p>
        </p:txBody>
      </p:sp>
      <p:sp>
        <p:nvSpPr>
          <p:cNvPr id="3" name="Rectángulo 2">
            <a:extLst>
              <a:ext uri="{FF2B5EF4-FFF2-40B4-BE49-F238E27FC236}">
                <a16:creationId xmlns:a16="http://schemas.microsoft.com/office/drawing/2014/main" id="{421D0FA9-D632-4A2E-8249-A3D028629F2F}"/>
              </a:ext>
            </a:extLst>
          </p:cNvPr>
          <p:cNvSpPr>
            <a:spLocks noGrp="1"/>
          </p:cNvSpPr>
          <p:nvPr/>
        </p:nvSpPr>
        <p:spPr>
          <a:xfrm>
            <a:off x="666750" y="4714875"/>
            <a:ext cx="6191250" cy="1085850"/>
          </a:xfrm>
          <a:prstGeom prst="rect">
            <a:avLst/>
          </a:prstGeom>
          <a:noFill/>
          <a:ln w="0">
            <a:noFill/>
          </a:ln>
        </p:spPr>
        <p:txBody>
          <a:bodyPr/>
          <a:lstStyle>
            <a:defPPr>
              <a:defRPr sz="1800">
                <a:solidFill>
                  <a:srgbClr val="FFFFFF"/>
                </a:solidFill>
                <a:latin typeface="Arial"/>
                <a:ea typeface="Arial"/>
                <a:cs typeface="Arial"/>
              </a:defRPr>
            </a:defPPr>
            <a:lvl1pPr>
              <a:defRPr sz="1800">
                <a:solidFill>
                  <a:srgbClr val="FFFFFF"/>
                </a:solidFill>
                <a:latin typeface="Arial"/>
                <a:ea typeface="Arial"/>
                <a:cs typeface="Arial"/>
              </a:defRPr>
            </a:lvl1pPr>
            <a:lvl2pPr>
              <a:defRPr sz="1800">
                <a:solidFill>
                  <a:srgbClr val="FFFFFF"/>
                </a:solidFill>
                <a:latin typeface="Arial"/>
                <a:ea typeface="Arial"/>
                <a:cs typeface="Arial"/>
              </a:defRPr>
            </a:lvl2pPr>
            <a:lvl3pPr>
              <a:defRPr sz="1800">
                <a:solidFill>
                  <a:srgbClr val="FFFFFF"/>
                </a:solidFill>
                <a:latin typeface="Arial"/>
                <a:ea typeface="Arial"/>
                <a:cs typeface="Arial"/>
              </a:defRPr>
            </a:lvl3pPr>
            <a:lvl4pPr>
              <a:defRPr sz="1800">
                <a:solidFill>
                  <a:srgbClr val="FFFFFF"/>
                </a:solidFill>
                <a:latin typeface="Arial"/>
                <a:ea typeface="Arial"/>
                <a:cs typeface="Arial"/>
              </a:defRPr>
            </a:lvl4pPr>
            <a:lvl5pPr>
              <a:defRPr sz="1800">
                <a:solidFill>
                  <a:srgbClr val="FFFFFF"/>
                </a:solidFill>
                <a:latin typeface="Arial"/>
                <a:ea typeface="Arial"/>
                <a:cs typeface="Arial"/>
              </a:defRPr>
            </a:lvl5pPr>
            <a:lvl6pPr>
              <a:defRPr sz="1800">
                <a:solidFill>
                  <a:srgbClr val="FFFFFF"/>
                </a:solidFill>
                <a:latin typeface="Arial"/>
                <a:ea typeface="Arial"/>
                <a:cs typeface="Arial"/>
              </a:defRPr>
            </a:lvl6pPr>
            <a:lvl7pPr>
              <a:defRPr sz="1800">
                <a:solidFill>
                  <a:srgbClr val="FFFFFF"/>
                </a:solidFill>
                <a:latin typeface="Arial"/>
                <a:ea typeface="Arial"/>
                <a:cs typeface="Arial"/>
              </a:defRPr>
            </a:lvl7pPr>
            <a:lvl8pPr>
              <a:defRPr sz="1800">
                <a:solidFill>
                  <a:srgbClr val="FFFFFF"/>
                </a:solidFill>
                <a:latin typeface="Arial"/>
                <a:ea typeface="Arial"/>
                <a:cs typeface="Arial"/>
              </a:defRPr>
            </a:lvl8pPr>
            <a:lvl9pPr>
              <a:defRPr sz="1800">
                <a:solidFill>
                  <a:srgbClr val="FFFFFF"/>
                </a:solidFill>
                <a:latin typeface="Arial"/>
                <a:ea typeface="Arial"/>
                <a:cs typeface="Arial"/>
              </a:defRPr>
            </a:lvl9pPr>
          </a:lstStyle>
          <a:p>
            <a:pPr>
              <a:defRPr sz="1800">
                <a:solidFill>
                  <a:srgbClr val="FFFFFF"/>
                </a:solidFill>
                <a:latin typeface="Arial"/>
                <a:ea typeface="Arial"/>
                <a:cs typeface="Arial"/>
              </a:defRPr>
            </a:pPr>
            <a:r>
              <a:rPr sz="1800">
                <a:solidFill>
                  <a:srgbClr val="FFFFFF"/>
                </a:solidFill>
                <a:latin typeface="Arial"/>
                <a:ea typeface="Arial"/>
                <a:cs typeface="Arial"/>
              </a:rPr>
              <a:t>Ihan Marroquin</a:t>
            </a:r>
          </a:p>
          <a:p>
            <a:pPr>
              <a:defRPr sz="1800">
                <a:solidFill>
                  <a:srgbClr val="FFFFFF"/>
                </a:solidFill>
                <a:latin typeface="Arial"/>
                <a:ea typeface="Arial"/>
                <a:cs typeface="Arial"/>
              </a:defRPr>
            </a:pPr>
            <a:r>
              <a:rPr sz="1800">
                <a:solidFill>
                  <a:srgbClr val="FFFFFF"/>
                </a:solidFill>
                <a:latin typeface="Arial"/>
                <a:ea typeface="Arial"/>
                <a:cs typeface="Arial"/>
              </a:rPr>
              <a:t>Diego Fernando Patzán Marroquín</a:t>
            </a:r>
          </a:p>
          <a:p>
            <a:pPr>
              <a:defRPr sz="1800">
                <a:solidFill>
                  <a:srgbClr val="FFFFFF"/>
                </a:solidFill>
                <a:latin typeface="Arial"/>
                <a:ea typeface="Arial"/>
                <a:cs typeface="Arial"/>
              </a:defRPr>
            </a:pPr>
            <a:r>
              <a:rPr sz="1800">
                <a:solidFill>
                  <a:srgbClr val="FFFFFF"/>
                </a:solidFill>
                <a:latin typeface="Arial"/>
                <a:ea typeface="Arial"/>
                <a:cs typeface="Arial"/>
              </a:rPr>
              <a:t>Milton Polanco</a:t>
            </a:r>
          </a:p>
        </p:txBody>
      </p:sp>
      <p:sp>
        <p:nvSpPr>
          <p:cNvPr id="4" name="Rectángulo 3">
            <a:extLst>
              <a:ext uri="{FF2B5EF4-FFF2-40B4-BE49-F238E27FC236}">
                <a16:creationId xmlns:a16="http://schemas.microsoft.com/office/drawing/2014/main" id="{98C8BCDF-8E12-4801-BA06-203D9696FDDB}"/>
              </a:ext>
            </a:extLst>
          </p:cNvPr>
          <p:cNvSpPr>
            <a:spLocks noGrp="1"/>
          </p:cNvSpPr>
          <p:nvPr/>
        </p:nvSpPr>
        <p:spPr>
          <a:xfrm>
            <a:off x="666750" y="6334125"/>
            <a:ext cx="9525000" cy="266700"/>
          </a:xfrm>
          <a:prstGeom prst="rect">
            <a:avLst/>
          </a:prstGeom>
          <a:noFill/>
          <a:ln w="0">
            <a:noFill/>
          </a:ln>
        </p:spPr>
        <p:txBody>
          <a:bodyPr/>
          <a:lstStyle>
            <a:defPPr>
              <a:defRPr sz="1350">
                <a:solidFill>
                  <a:srgbClr val="D7E2D0"/>
                </a:solidFill>
                <a:latin typeface="Arial"/>
                <a:ea typeface="Arial"/>
                <a:cs typeface="Arial"/>
              </a:defRPr>
            </a:defPPr>
            <a:lvl1pPr>
              <a:defRPr sz="1350">
                <a:solidFill>
                  <a:srgbClr val="D7E2D0"/>
                </a:solidFill>
                <a:latin typeface="Arial"/>
                <a:ea typeface="Arial"/>
                <a:cs typeface="Arial"/>
              </a:defRPr>
            </a:lvl1pPr>
            <a:lvl2pPr>
              <a:defRPr sz="1350">
                <a:solidFill>
                  <a:srgbClr val="D7E2D0"/>
                </a:solidFill>
                <a:latin typeface="Arial"/>
                <a:ea typeface="Arial"/>
                <a:cs typeface="Arial"/>
              </a:defRPr>
            </a:lvl2pPr>
            <a:lvl3pPr>
              <a:defRPr sz="1350">
                <a:solidFill>
                  <a:srgbClr val="D7E2D0"/>
                </a:solidFill>
                <a:latin typeface="Arial"/>
                <a:ea typeface="Arial"/>
                <a:cs typeface="Arial"/>
              </a:defRPr>
            </a:lvl3pPr>
            <a:lvl4pPr>
              <a:defRPr sz="1350">
                <a:solidFill>
                  <a:srgbClr val="D7E2D0"/>
                </a:solidFill>
                <a:latin typeface="Arial"/>
                <a:ea typeface="Arial"/>
                <a:cs typeface="Arial"/>
              </a:defRPr>
            </a:lvl4pPr>
            <a:lvl5pPr>
              <a:defRPr sz="1350">
                <a:solidFill>
                  <a:srgbClr val="D7E2D0"/>
                </a:solidFill>
                <a:latin typeface="Arial"/>
                <a:ea typeface="Arial"/>
                <a:cs typeface="Arial"/>
              </a:defRPr>
            </a:lvl5pPr>
            <a:lvl6pPr>
              <a:defRPr sz="1350">
                <a:solidFill>
                  <a:srgbClr val="D7E2D0"/>
                </a:solidFill>
                <a:latin typeface="Arial"/>
                <a:ea typeface="Arial"/>
                <a:cs typeface="Arial"/>
              </a:defRPr>
            </a:lvl6pPr>
            <a:lvl7pPr>
              <a:defRPr sz="1350">
                <a:solidFill>
                  <a:srgbClr val="D7E2D0"/>
                </a:solidFill>
                <a:latin typeface="Arial"/>
                <a:ea typeface="Arial"/>
                <a:cs typeface="Arial"/>
              </a:defRPr>
            </a:lvl7pPr>
            <a:lvl8pPr>
              <a:defRPr sz="1350">
                <a:solidFill>
                  <a:srgbClr val="D7E2D0"/>
                </a:solidFill>
                <a:latin typeface="Arial"/>
                <a:ea typeface="Arial"/>
                <a:cs typeface="Arial"/>
              </a:defRPr>
            </a:lvl8pPr>
            <a:lvl9pPr>
              <a:defRPr sz="1350">
                <a:solidFill>
                  <a:srgbClr val="D7E2D0"/>
                </a:solidFill>
                <a:latin typeface="Arial"/>
                <a:ea typeface="Arial"/>
                <a:cs typeface="Arial"/>
              </a:defRPr>
            </a:lvl9pPr>
          </a:lstStyle>
          <a:p>
            <a:pPr>
              <a:defRPr sz="1350">
                <a:solidFill>
                  <a:srgbClr val="D7E2D0"/>
                </a:solidFill>
                <a:latin typeface="Arial"/>
                <a:ea typeface="Arial"/>
                <a:cs typeface="Arial"/>
              </a:defRPr>
            </a:pPr>
            <a:r>
              <a:rPr sz="1350">
                <a:solidFill>
                  <a:srgbClr val="D7E2D0"/>
                </a:solidFill>
                <a:latin typeface="Arial"/>
                <a:ea typeface="Arial"/>
                <a:cs typeface="Arial"/>
              </a:rPr>
              <a:t>CC3084 Data Science · UVG · 20 de octubre de 2026</a:t>
            </a:r>
          </a:p>
        </p:txBody>
      </p:sp>
      <p:pic>
        <p:nvPicPr>
          <p:cNvPr id="5" name="Imagen 4">
            <a:extLst>
              <a:ext uri="{FF2B5EF4-FFF2-40B4-BE49-F238E27FC236}">
                <a16:creationId xmlns:a16="http://schemas.microsoft.com/office/drawing/2014/main" id="{EE07D8C8-6F65-4D28-8FB0-1969B7B994E4}"/>
              </a:ext>
            </a:extLst>
          </p:cNvPr>
          <p:cNvPicPr>
            <a:picLocks noChangeAspect="1"/>
          </p:cNvPicPr>
          <p:nvPr/>
        </p:nvPicPr>
        <p:blipFill>
          <a:blip r:embed="rId3"/>
          <a:srcRect t="11676" b="11676"/>
          <a:stretch>
            <a:fillRect/>
          </a:stretch>
        </p:blipFill>
        <p:spPr>
          <a:xfrm>
            <a:off x="7096125" y="1143000"/>
            <a:ext cx="4333875" cy="4429125"/>
          </a:xfrm>
          <a:prstGeom prst="rect">
            <a:avLst/>
          </a:prstGeom>
        </p:spPr>
      </p:pic>
    </p:spTree>
    <p:extLst>
      <p:ext uri="{BB962C8B-B14F-4D97-AF65-F5344CB8AC3E}">
        <p14:creationId xmlns:p14="http://schemas.microsoft.com/office/powerpoint/2010/main" val="1893240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86E8ED20-E2AD-4237-89CE-B357686EA097}"/>
              </a:ext>
            </a:extLst>
          </p:cNvPr>
          <p:cNvSpPr>
            <a:spLocks noGrp="1"/>
          </p:cNvSpPr>
          <p:nvPr/>
        </p:nvSpPr>
        <p:spPr>
          <a:xfrm>
            <a:off x="609600" y="400050"/>
            <a:ext cx="10572750" cy="628650"/>
          </a:xfrm>
          <a:prstGeom prst="rect">
            <a:avLst/>
          </a:prstGeom>
          <a:noFill/>
          <a:ln w="0">
            <a:noFill/>
          </a:ln>
        </p:spPr>
        <p:txBody>
          <a:bodyPr/>
          <a:lstStyle>
            <a:defPPr>
              <a:defRPr sz="3300" b="1">
                <a:solidFill>
                  <a:srgbClr val="173A2B"/>
                </a:solidFill>
                <a:latin typeface="Arial"/>
                <a:ea typeface="Arial"/>
                <a:cs typeface="Arial"/>
              </a:defRPr>
            </a:defPPr>
            <a:lvl1pPr>
              <a:defRPr sz="3300" b="1">
                <a:solidFill>
                  <a:srgbClr val="173A2B"/>
                </a:solidFill>
                <a:latin typeface="Arial"/>
                <a:ea typeface="Arial"/>
                <a:cs typeface="Arial"/>
              </a:defRPr>
            </a:lvl1pPr>
            <a:lvl2pPr>
              <a:defRPr sz="3300" b="1">
                <a:solidFill>
                  <a:srgbClr val="173A2B"/>
                </a:solidFill>
                <a:latin typeface="Arial"/>
                <a:ea typeface="Arial"/>
                <a:cs typeface="Arial"/>
              </a:defRPr>
            </a:lvl2pPr>
            <a:lvl3pPr>
              <a:defRPr sz="3300" b="1">
                <a:solidFill>
                  <a:srgbClr val="173A2B"/>
                </a:solidFill>
                <a:latin typeface="Arial"/>
                <a:ea typeface="Arial"/>
                <a:cs typeface="Arial"/>
              </a:defRPr>
            </a:lvl3pPr>
            <a:lvl4pPr>
              <a:defRPr sz="3300" b="1">
                <a:solidFill>
                  <a:srgbClr val="173A2B"/>
                </a:solidFill>
                <a:latin typeface="Arial"/>
                <a:ea typeface="Arial"/>
                <a:cs typeface="Arial"/>
              </a:defRPr>
            </a:lvl4pPr>
            <a:lvl5pPr>
              <a:defRPr sz="3300" b="1">
                <a:solidFill>
                  <a:srgbClr val="173A2B"/>
                </a:solidFill>
                <a:latin typeface="Arial"/>
                <a:ea typeface="Arial"/>
                <a:cs typeface="Arial"/>
              </a:defRPr>
            </a:lvl5pPr>
            <a:lvl6pPr>
              <a:defRPr sz="3300" b="1">
                <a:solidFill>
                  <a:srgbClr val="173A2B"/>
                </a:solidFill>
                <a:latin typeface="Arial"/>
                <a:ea typeface="Arial"/>
                <a:cs typeface="Arial"/>
              </a:defRPr>
            </a:lvl6pPr>
            <a:lvl7pPr>
              <a:defRPr sz="3300" b="1">
                <a:solidFill>
                  <a:srgbClr val="173A2B"/>
                </a:solidFill>
                <a:latin typeface="Arial"/>
                <a:ea typeface="Arial"/>
                <a:cs typeface="Arial"/>
              </a:defRPr>
            </a:lvl7pPr>
            <a:lvl8pPr>
              <a:defRPr sz="3300" b="1">
                <a:solidFill>
                  <a:srgbClr val="173A2B"/>
                </a:solidFill>
                <a:latin typeface="Arial"/>
                <a:ea typeface="Arial"/>
                <a:cs typeface="Arial"/>
              </a:defRPr>
            </a:lvl8pPr>
            <a:lvl9pPr>
              <a:defRPr sz="3300" b="1">
                <a:solidFill>
                  <a:srgbClr val="173A2B"/>
                </a:solidFill>
                <a:latin typeface="Arial"/>
                <a:ea typeface="Arial"/>
                <a:cs typeface="Arial"/>
              </a:defRPr>
            </a:lvl9pPr>
          </a:lstStyle>
          <a:p>
            <a:pPr>
              <a:defRPr sz="3300" b="1">
                <a:solidFill>
                  <a:srgbClr val="173A2B"/>
                </a:solidFill>
                <a:latin typeface="Arial"/>
                <a:ea typeface="Arial"/>
                <a:cs typeface="Arial"/>
              </a:defRPr>
            </a:pPr>
            <a:r>
              <a:rPr sz="3300" b="1">
                <a:solidFill>
                  <a:srgbClr val="173A2B"/>
                </a:solidFill>
                <a:latin typeface="Arial"/>
                <a:ea typeface="Arial"/>
                <a:cs typeface="Arial"/>
              </a:rPr>
              <a:t>Problema y objetivo</a:t>
            </a:r>
          </a:p>
        </p:txBody>
      </p:sp>
      <p:sp>
        <p:nvSpPr>
          <p:cNvPr id="2" name="Rectángulo 1">
            <a:extLst>
              <a:ext uri="{FF2B5EF4-FFF2-40B4-BE49-F238E27FC236}">
                <a16:creationId xmlns:a16="http://schemas.microsoft.com/office/drawing/2014/main" id="{E3AA7A2C-E08D-49A9-B7BF-215802DADBB9}"/>
              </a:ext>
            </a:extLst>
          </p:cNvPr>
          <p:cNvSpPr>
            <a:spLocks noGrp="1"/>
          </p:cNvSpPr>
          <p:nvPr/>
        </p:nvSpPr>
        <p:spPr>
          <a:xfrm>
            <a:off x="11334750" y="504825"/>
            <a:ext cx="381000" cy="285750"/>
          </a:xfrm>
          <a:prstGeom prst="rect">
            <a:avLst/>
          </a:prstGeom>
          <a:noFill/>
          <a:ln w="0">
            <a:noFill/>
          </a:ln>
        </p:spPr>
        <p:txBody>
          <a:bodyPr/>
          <a:lstStyle>
            <a:defPPr>
              <a:defRPr sz="1350">
                <a:solidFill>
                  <a:srgbClr val="617068"/>
                </a:solidFill>
                <a:latin typeface="Arial"/>
                <a:ea typeface="Arial"/>
                <a:cs typeface="Arial"/>
              </a:defRPr>
            </a:defPPr>
            <a:lvl1pPr>
              <a:defRPr sz="1350">
                <a:solidFill>
                  <a:srgbClr val="617068"/>
                </a:solidFill>
                <a:latin typeface="Arial"/>
                <a:ea typeface="Arial"/>
                <a:cs typeface="Arial"/>
              </a:defRPr>
            </a:lvl1pPr>
            <a:lvl2pPr>
              <a:defRPr sz="1350">
                <a:solidFill>
                  <a:srgbClr val="617068"/>
                </a:solidFill>
                <a:latin typeface="Arial"/>
                <a:ea typeface="Arial"/>
                <a:cs typeface="Arial"/>
              </a:defRPr>
            </a:lvl2pPr>
            <a:lvl3pPr>
              <a:defRPr sz="1350">
                <a:solidFill>
                  <a:srgbClr val="617068"/>
                </a:solidFill>
                <a:latin typeface="Arial"/>
                <a:ea typeface="Arial"/>
                <a:cs typeface="Arial"/>
              </a:defRPr>
            </a:lvl3pPr>
            <a:lvl4pPr>
              <a:defRPr sz="1350">
                <a:solidFill>
                  <a:srgbClr val="617068"/>
                </a:solidFill>
                <a:latin typeface="Arial"/>
                <a:ea typeface="Arial"/>
                <a:cs typeface="Arial"/>
              </a:defRPr>
            </a:lvl4pPr>
            <a:lvl5pPr>
              <a:defRPr sz="1350">
                <a:solidFill>
                  <a:srgbClr val="617068"/>
                </a:solidFill>
                <a:latin typeface="Arial"/>
                <a:ea typeface="Arial"/>
                <a:cs typeface="Arial"/>
              </a:defRPr>
            </a:lvl5pPr>
            <a:lvl6pPr>
              <a:defRPr sz="1350">
                <a:solidFill>
                  <a:srgbClr val="617068"/>
                </a:solidFill>
                <a:latin typeface="Arial"/>
                <a:ea typeface="Arial"/>
                <a:cs typeface="Arial"/>
              </a:defRPr>
            </a:lvl6pPr>
            <a:lvl7pPr>
              <a:defRPr sz="1350">
                <a:solidFill>
                  <a:srgbClr val="617068"/>
                </a:solidFill>
                <a:latin typeface="Arial"/>
                <a:ea typeface="Arial"/>
                <a:cs typeface="Arial"/>
              </a:defRPr>
            </a:lvl7pPr>
            <a:lvl8pPr>
              <a:defRPr sz="1350">
                <a:solidFill>
                  <a:srgbClr val="617068"/>
                </a:solidFill>
                <a:latin typeface="Arial"/>
                <a:ea typeface="Arial"/>
                <a:cs typeface="Arial"/>
              </a:defRPr>
            </a:lvl8pPr>
            <a:lvl9pPr>
              <a:defRPr sz="1350">
                <a:solidFill>
                  <a:srgbClr val="617068"/>
                </a:solidFill>
                <a:latin typeface="Arial"/>
                <a:ea typeface="Arial"/>
                <a:cs typeface="Arial"/>
              </a:defRPr>
            </a:lvl9pPr>
          </a:lstStyle>
          <a:p>
            <a:pPr>
              <a:defRPr sz="1350">
                <a:solidFill>
                  <a:srgbClr val="617068"/>
                </a:solidFill>
                <a:latin typeface="Arial"/>
                <a:ea typeface="Arial"/>
                <a:cs typeface="Arial"/>
              </a:defRPr>
            </a:pPr>
            <a:r>
              <a:rPr sz="1350">
                <a:solidFill>
                  <a:srgbClr val="617068"/>
                </a:solidFill>
                <a:latin typeface="Arial"/>
                <a:ea typeface="Arial"/>
                <a:cs typeface="Arial"/>
              </a:rPr>
              <a:t>02</a:t>
            </a:r>
          </a:p>
        </p:txBody>
      </p:sp>
      <p:sp>
        <p:nvSpPr>
          <p:cNvPr id="3" name="Rectángulo 2">
            <a:extLst>
              <a:ext uri="{FF2B5EF4-FFF2-40B4-BE49-F238E27FC236}">
                <a16:creationId xmlns:a16="http://schemas.microsoft.com/office/drawing/2014/main" id="{9C1C8A9F-1DE6-4E8F-A4BF-281ABC456761}"/>
              </a:ext>
            </a:extLst>
          </p:cNvPr>
          <p:cNvSpPr>
            <a:spLocks noGrp="1"/>
          </p:cNvSpPr>
          <p:nvPr/>
        </p:nvSpPr>
        <p:spPr>
          <a:xfrm>
            <a:off x="609600" y="1552575"/>
            <a:ext cx="6286500" cy="933450"/>
          </a:xfrm>
          <a:prstGeom prst="rect">
            <a:avLst/>
          </a:prstGeom>
          <a:noFill/>
          <a:ln w="0">
            <a:noFill/>
          </a:ln>
        </p:spPr>
        <p:txBody>
          <a:bodyPr/>
          <a:lstStyle>
            <a:defPPr>
              <a:defRPr sz="2925" b="1">
                <a:solidFill>
                  <a:srgbClr val="25332C"/>
                </a:solidFill>
                <a:latin typeface="Arial"/>
                <a:ea typeface="Arial"/>
                <a:cs typeface="Arial"/>
              </a:defRPr>
            </a:defPPr>
            <a:lvl1pPr>
              <a:defRPr sz="2925" b="1">
                <a:solidFill>
                  <a:srgbClr val="25332C"/>
                </a:solidFill>
                <a:latin typeface="Arial"/>
                <a:ea typeface="Arial"/>
                <a:cs typeface="Arial"/>
              </a:defRPr>
            </a:lvl1pPr>
            <a:lvl2pPr>
              <a:defRPr sz="2925" b="1">
                <a:solidFill>
                  <a:srgbClr val="25332C"/>
                </a:solidFill>
                <a:latin typeface="Arial"/>
                <a:ea typeface="Arial"/>
                <a:cs typeface="Arial"/>
              </a:defRPr>
            </a:lvl2pPr>
            <a:lvl3pPr>
              <a:defRPr sz="2925" b="1">
                <a:solidFill>
                  <a:srgbClr val="25332C"/>
                </a:solidFill>
                <a:latin typeface="Arial"/>
                <a:ea typeface="Arial"/>
                <a:cs typeface="Arial"/>
              </a:defRPr>
            </a:lvl3pPr>
            <a:lvl4pPr>
              <a:defRPr sz="2925" b="1">
                <a:solidFill>
                  <a:srgbClr val="25332C"/>
                </a:solidFill>
                <a:latin typeface="Arial"/>
                <a:ea typeface="Arial"/>
                <a:cs typeface="Arial"/>
              </a:defRPr>
            </a:lvl4pPr>
            <a:lvl5pPr>
              <a:defRPr sz="2925" b="1">
                <a:solidFill>
                  <a:srgbClr val="25332C"/>
                </a:solidFill>
                <a:latin typeface="Arial"/>
                <a:ea typeface="Arial"/>
                <a:cs typeface="Arial"/>
              </a:defRPr>
            </a:lvl5pPr>
            <a:lvl6pPr>
              <a:defRPr sz="2925" b="1">
                <a:solidFill>
                  <a:srgbClr val="25332C"/>
                </a:solidFill>
                <a:latin typeface="Arial"/>
                <a:ea typeface="Arial"/>
                <a:cs typeface="Arial"/>
              </a:defRPr>
            </a:lvl6pPr>
            <a:lvl7pPr>
              <a:defRPr sz="2925" b="1">
                <a:solidFill>
                  <a:srgbClr val="25332C"/>
                </a:solidFill>
                <a:latin typeface="Arial"/>
                <a:ea typeface="Arial"/>
                <a:cs typeface="Arial"/>
              </a:defRPr>
            </a:lvl7pPr>
            <a:lvl8pPr>
              <a:defRPr sz="2925" b="1">
                <a:solidFill>
                  <a:srgbClr val="25332C"/>
                </a:solidFill>
                <a:latin typeface="Arial"/>
                <a:ea typeface="Arial"/>
                <a:cs typeface="Arial"/>
              </a:defRPr>
            </a:lvl8pPr>
            <a:lvl9pPr>
              <a:defRPr sz="2925" b="1">
                <a:solidFill>
                  <a:srgbClr val="25332C"/>
                </a:solidFill>
                <a:latin typeface="Arial"/>
                <a:ea typeface="Arial"/>
                <a:cs typeface="Arial"/>
              </a:defRPr>
            </a:lvl9pPr>
          </a:lstStyle>
          <a:p>
            <a:pPr>
              <a:defRPr sz="2925" b="1">
                <a:solidFill>
                  <a:srgbClr val="25332C"/>
                </a:solidFill>
                <a:latin typeface="Arial"/>
                <a:ea typeface="Arial"/>
                <a:cs typeface="Arial"/>
              </a:defRPr>
            </a:pPr>
            <a:r>
              <a:rPr sz="2925" b="1">
                <a:solidFill>
                  <a:srgbClr val="25332C"/>
                </a:solidFill>
                <a:latin typeface="Arial"/>
                <a:ea typeface="Arial"/>
                <a:cs typeface="Arial"/>
              </a:rPr>
              <a:t>Fotografías ciudadanas</a:t>
            </a:r>
          </a:p>
          <a:p>
            <a:pPr>
              <a:defRPr sz="2925" b="1">
                <a:solidFill>
                  <a:srgbClr val="25332C"/>
                </a:solidFill>
                <a:latin typeface="Arial"/>
                <a:ea typeface="Arial"/>
                <a:cs typeface="Arial"/>
              </a:defRPr>
            </a:pPr>
            <a:r>
              <a:rPr sz="2925" b="1">
                <a:solidFill>
                  <a:srgbClr val="25332C"/>
                </a:solidFill>
                <a:latin typeface="Arial"/>
                <a:ea typeface="Arial"/>
                <a:cs typeface="Arial"/>
              </a:rPr>
              <a:t>con condiciones variables</a:t>
            </a:r>
          </a:p>
        </p:txBody>
      </p:sp>
      <p:sp>
        <p:nvSpPr>
          <p:cNvPr id="4" name="Rectángulo 3">
            <a:extLst>
              <a:ext uri="{FF2B5EF4-FFF2-40B4-BE49-F238E27FC236}">
                <a16:creationId xmlns:a16="http://schemas.microsoft.com/office/drawing/2014/main" id="{68EDB9B0-BF66-43F0-ADD6-A3A04C8CACB4}"/>
              </a:ext>
            </a:extLst>
          </p:cNvPr>
          <p:cNvSpPr>
            <a:spLocks noGrp="1"/>
          </p:cNvSpPr>
          <p:nvPr/>
        </p:nvSpPr>
        <p:spPr>
          <a:xfrm>
            <a:off x="609600" y="2771775"/>
            <a:ext cx="6191250" cy="1028700"/>
          </a:xfrm>
          <a:prstGeom prst="rect">
            <a:avLst/>
          </a:prstGeom>
          <a:noFill/>
          <a:ln w="0">
            <a:noFill/>
          </a:ln>
        </p:spPr>
        <p:txBody>
          <a:bodyPr/>
          <a:lstStyle>
            <a:defPPr>
              <a:defRPr sz="2250">
                <a:solidFill>
                  <a:srgbClr val="25332C"/>
                </a:solidFill>
                <a:latin typeface="Arial"/>
                <a:ea typeface="Arial"/>
                <a:cs typeface="Arial"/>
              </a:defRPr>
            </a:defPPr>
            <a:lvl1pPr>
              <a:defRPr sz="2250">
                <a:solidFill>
                  <a:srgbClr val="25332C"/>
                </a:solidFill>
                <a:latin typeface="Arial"/>
                <a:ea typeface="Arial"/>
                <a:cs typeface="Arial"/>
              </a:defRPr>
            </a:lvl1pPr>
            <a:lvl2pPr>
              <a:defRPr sz="2250">
                <a:solidFill>
                  <a:srgbClr val="25332C"/>
                </a:solidFill>
                <a:latin typeface="Arial"/>
                <a:ea typeface="Arial"/>
                <a:cs typeface="Arial"/>
              </a:defRPr>
            </a:lvl2pPr>
            <a:lvl3pPr>
              <a:defRPr sz="2250">
                <a:solidFill>
                  <a:srgbClr val="25332C"/>
                </a:solidFill>
                <a:latin typeface="Arial"/>
                <a:ea typeface="Arial"/>
                <a:cs typeface="Arial"/>
              </a:defRPr>
            </a:lvl3pPr>
            <a:lvl4pPr>
              <a:defRPr sz="2250">
                <a:solidFill>
                  <a:srgbClr val="25332C"/>
                </a:solidFill>
                <a:latin typeface="Arial"/>
                <a:ea typeface="Arial"/>
                <a:cs typeface="Arial"/>
              </a:defRPr>
            </a:lvl4pPr>
            <a:lvl5pPr>
              <a:defRPr sz="2250">
                <a:solidFill>
                  <a:srgbClr val="25332C"/>
                </a:solidFill>
                <a:latin typeface="Arial"/>
                <a:ea typeface="Arial"/>
                <a:cs typeface="Arial"/>
              </a:defRPr>
            </a:lvl5pPr>
            <a:lvl6pPr>
              <a:defRPr sz="2250">
                <a:solidFill>
                  <a:srgbClr val="25332C"/>
                </a:solidFill>
                <a:latin typeface="Arial"/>
                <a:ea typeface="Arial"/>
                <a:cs typeface="Arial"/>
              </a:defRPr>
            </a:lvl6pPr>
            <a:lvl7pPr>
              <a:defRPr sz="2250">
                <a:solidFill>
                  <a:srgbClr val="25332C"/>
                </a:solidFill>
                <a:latin typeface="Arial"/>
                <a:ea typeface="Arial"/>
                <a:cs typeface="Arial"/>
              </a:defRPr>
            </a:lvl7pPr>
            <a:lvl8pPr>
              <a:defRPr sz="2250">
                <a:solidFill>
                  <a:srgbClr val="25332C"/>
                </a:solidFill>
                <a:latin typeface="Arial"/>
                <a:ea typeface="Arial"/>
                <a:cs typeface="Arial"/>
              </a:defRPr>
            </a:lvl8pPr>
            <a:lvl9pPr>
              <a:defRPr sz="2250">
                <a:solidFill>
                  <a:srgbClr val="25332C"/>
                </a:solidFill>
                <a:latin typeface="Arial"/>
                <a:ea typeface="Arial"/>
                <a:cs typeface="Arial"/>
              </a:defRPr>
            </a:lvl9pPr>
          </a:lstStyle>
          <a:p>
            <a:pPr>
              <a:defRPr sz="2250">
                <a:solidFill>
                  <a:srgbClr val="25332C"/>
                </a:solidFill>
                <a:latin typeface="Arial"/>
                <a:ea typeface="Arial"/>
                <a:cs typeface="Arial"/>
              </a:defRPr>
            </a:pPr>
            <a:r>
              <a:rPr sz="2250">
                <a:solidFill>
                  <a:srgbClr val="25332C"/>
                </a:solidFill>
                <a:latin typeface="Arial"/>
                <a:ea typeface="Arial"/>
                <a:cs typeface="Arial"/>
              </a:rPr>
              <a:t>El fondo, la iluminación y la escala dificultan distinguir los seis grupos taxonómicos.</a:t>
            </a:r>
          </a:p>
        </p:txBody>
      </p:sp>
      <p:sp>
        <p:nvSpPr>
          <p:cNvPr id="5" name="Rectángulo 4">
            <a:extLst>
              <a:ext uri="{FF2B5EF4-FFF2-40B4-BE49-F238E27FC236}">
                <a16:creationId xmlns:a16="http://schemas.microsoft.com/office/drawing/2014/main" id="{F03600B6-BE31-4AE6-A2CE-7EAE00218C6C}"/>
              </a:ext>
            </a:extLst>
          </p:cNvPr>
          <p:cNvSpPr>
            <a:spLocks noGrp="1"/>
          </p:cNvSpPr>
          <p:nvPr/>
        </p:nvSpPr>
        <p:spPr>
          <a:xfrm>
            <a:off x="7524750" y="1647825"/>
            <a:ext cx="3810000" cy="342900"/>
          </a:xfrm>
          <a:prstGeom prst="rect">
            <a:avLst/>
          </a:prstGeom>
          <a:noFill/>
          <a:ln w="0">
            <a:noFill/>
          </a:ln>
        </p:spPr>
        <p:txBody>
          <a:bodyPr/>
          <a:lstStyle>
            <a:defPPr>
              <a:defRPr sz="1575" b="1">
                <a:solidFill>
                  <a:srgbClr val="C3913C"/>
                </a:solidFill>
                <a:latin typeface="Arial"/>
                <a:ea typeface="Arial"/>
                <a:cs typeface="Arial"/>
              </a:defRPr>
            </a:defPPr>
            <a:lvl1pPr>
              <a:defRPr sz="1575" b="1">
                <a:solidFill>
                  <a:srgbClr val="C3913C"/>
                </a:solidFill>
                <a:latin typeface="Arial"/>
                <a:ea typeface="Arial"/>
                <a:cs typeface="Arial"/>
              </a:defRPr>
            </a:lvl1pPr>
            <a:lvl2pPr>
              <a:defRPr sz="1575" b="1">
                <a:solidFill>
                  <a:srgbClr val="C3913C"/>
                </a:solidFill>
                <a:latin typeface="Arial"/>
                <a:ea typeface="Arial"/>
                <a:cs typeface="Arial"/>
              </a:defRPr>
            </a:lvl2pPr>
            <a:lvl3pPr>
              <a:defRPr sz="1575" b="1">
                <a:solidFill>
                  <a:srgbClr val="C3913C"/>
                </a:solidFill>
                <a:latin typeface="Arial"/>
                <a:ea typeface="Arial"/>
                <a:cs typeface="Arial"/>
              </a:defRPr>
            </a:lvl3pPr>
            <a:lvl4pPr>
              <a:defRPr sz="1575" b="1">
                <a:solidFill>
                  <a:srgbClr val="C3913C"/>
                </a:solidFill>
                <a:latin typeface="Arial"/>
                <a:ea typeface="Arial"/>
                <a:cs typeface="Arial"/>
              </a:defRPr>
            </a:lvl4pPr>
            <a:lvl5pPr>
              <a:defRPr sz="1575" b="1">
                <a:solidFill>
                  <a:srgbClr val="C3913C"/>
                </a:solidFill>
                <a:latin typeface="Arial"/>
                <a:ea typeface="Arial"/>
                <a:cs typeface="Arial"/>
              </a:defRPr>
            </a:lvl5pPr>
            <a:lvl6pPr>
              <a:defRPr sz="1575" b="1">
                <a:solidFill>
                  <a:srgbClr val="C3913C"/>
                </a:solidFill>
                <a:latin typeface="Arial"/>
                <a:ea typeface="Arial"/>
                <a:cs typeface="Arial"/>
              </a:defRPr>
            </a:lvl6pPr>
            <a:lvl7pPr>
              <a:defRPr sz="1575" b="1">
                <a:solidFill>
                  <a:srgbClr val="C3913C"/>
                </a:solidFill>
                <a:latin typeface="Arial"/>
                <a:ea typeface="Arial"/>
                <a:cs typeface="Arial"/>
              </a:defRPr>
            </a:lvl7pPr>
            <a:lvl8pPr>
              <a:defRPr sz="1575" b="1">
                <a:solidFill>
                  <a:srgbClr val="C3913C"/>
                </a:solidFill>
                <a:latin typeface="Arial"/>
                <a:ea typeface="Arial"/>
                <a:cs typeface="Arial"/>
              </a:defRPr>
            </a:lvl8pPr>
            <a:lvl9pPr>
              <a:defRPr sz="1575" b="1">
                <a:solidFill>
                  <a:srgbClr val="C3913C"/>
                </a:solidFill>
                <a:latin typeface="Arial"/>
                <a:ea typeface="Arial"/>
                <a:cs typeface="Arial"/>
              </a:defRPr>
            </a:lvl9pPr>
          </a:lstStyle>
          <a:p>
            <a:pPr>
              <a:defRPr sz="1575" b="1">
                <a:solidFill>
                  <a:srgbClr val="C3913C"/>
                </a:solidFill>
                <a:latin typeface="Arial"/>
                <a:ea typeface="Arial"/>
                <a:cs typeface="Arial"/>
              </a:defRPr>
            </a:pPr>
            <a:r>
              <a:rPr sz="1575" b="1">
                <a:solidFill>
                  <a:srgbClr val="C3913C"/>
                </a:solidFill>
                <a:latin typeface="Arial"/>
                <a:ea typeface="Arial"/>
                <a:cs typeface="Arial"/>
              </a:rPr>
              <a:t>OBJETIVO MEDIBLE</a:t>
            </a:r>
          </a:p>
        </p:txBody>
      </p:sp>
      <p:sp>
        <p:nvSpPr>
          <p:cNvPr id="6" name="Rectángulo 5">
            <a:extLst>
              <a:ext uri="{FF2B5EF4-FFF2-40B4-BE49-F238E27FC236}">
                <a16:creationId xmlns:a16="http://schemas.microsoft.com/office/drawing/2014/main" id="{A2844487-E900-419A-A5D7-67DB90E845E8}"/>
              </a:ext>
            </a:extLst>
          </p:cNvPr>
          <p:cNvSpPr>
            <a:spLocks noGrp="1"/>
          </p:cNvSpPr>
          <p:nvPr/>
        </p:nvSpPr>
        <p:spPr>
          <a:xfrm>
            <a:off x="7524750" y="2162175"/>
            <a:ext cx="3905250" cy="1714500"/>
          </a:xfrm>
          <a:prstGeom prst="rect">
            <a:avLst/>
          </a:prstGeom>
          <a:noFill/>
          <a:ln w="0">
            <a:noFill/>
          </a:ln>
        </p:spPr>
        <p:txBody>
          <a:bodyPr/>
          <a:lstStyle>
            <a:defPPr>
              <a:defRPr sz="3225" b="1">
                <a:solidFill>
                  <a:srgbClr val="173A2B"/>
                </a:solidFill>
                <a:latin typeface="Arial"/>
                <a:ea typeface="Arial"/>
                <a:cs typeface="Arial"/>
              </a:defRPr>
            </a:defPPr>
            <a:lvl1pPr>
              <a:defRPr sz="3225" b="1">
                <a:solidFill>
                  <a:srgbClr val="173A2B"/>
                </a:solidFill>
                <a:latin typeface="Arial"/>
                <a:ea typeface="Arial"/>
                <a:cs typeface="Arial"/>
              </a:defRPr>
            </a:lvl1pPr>
            <a:lvl2pPr>
              <a:defRPr sz="3225" b="1">
                <a:solidFill>
                  <a:srgbClr val="173A2B"/>
                </a:solidFill>
                <a:latin typeface="Arial"/>
                <a:ea typeface="Arial"/>
                <a:cs typeface="Arial"/>
              </a:defRPr>
            </a:lvl2pPr>
            <a:lvl3pPr>
              <a:defRPr sz="3225" b="1">
                <a:solidFill>
                  <a:srgbClr val="173A2B"/>
                </a:solidFill>
                <a:latin typeface="Arial"/>
                <a:ea typeface="Arial"/>
                <a:cs typeface="Arial"/>
              </a:defRPr>
            </a:lvl3pPr>
            <a:lvl4pPr>
              <a:defRPr sz="3225" b="1">
                <a:solidFill>
                  <a:srgbClr val="173A2B"/>
                </a:solidFill>
                <a:latin typeface="Arial"/>
                <a:ea typeface="Arial"/>
                <a:cs typeface="Arial"/>
              </a:defRPr>
            </a:lvl4pPr>
            <a:lvl5pPr>
              <a:defRPr sz="3225" b="1">
                <a:solidFill>
                  <a:srgbClr val="173A2B"/>
                </a:solidFill>
                <a:latin typeface="Arial"/>
                <a:ea typeface="Arial"/>
                <a:cs typeface="Arial"/>
              </a:defRPr>
            </a:lvl5pPr>
            <a:lvl6pPr>
              <a:defRPr sz="3225" b="1">
                <a:solidFill>
                  <a:srgbClr val="173A2B"/>
                </a:solidFill>
                <a:latin typeface="Arial"/>
                <a:ea typeface="Arial"/>
                <a:cs typeface="Arial"/>
              </a:defRPr>
            </a:lvl6pPr>
            <a:lvl7pPr>
              <a:defRPr sz="3225" b="1">
                <a:solidFill>
                  <a:srgbClr val="173A2B"/>
                </a:solidFill>
                <a:latin typeface="Arial"/>
                <a:ea typeface="Arial"/>
                <a:cs typeface="Arial"/>
              </a:defRPr>
            </a:lvl7pPr>
            <a:lvl8pPr>
              <a:defRPr sz="3225" b="1">
                <a:solidFill>
                  <a:srgbClr val="173A2B"/>
                </a:solidFill>
                <a:latin typeface="Arial"/>
                <a:ea typeface="Arial"/>
                <a:cs typeface="Arial"/>
              </a:defRPr>
            </a:lvl8pPr>
            <a:lvl9pPr>
              <a:defRPr sz="3225" b="1">
                <a:solidFill>
                  <a:srgbClr val="173A2B"/>
                </a:solidFill>
                <a:latin typeface="Arial"/>
                <a:ea typeface="Arial"/>
                <a:cs typeface="Arial"/>
              </a:defRPr>
            </a:lvl9pPr>
          </a:lstStyle>
          <a:p>
            <a:pPr>
              <a:defRPr sz="3225" b="1">
                <a:solidFill>
                  <a:srgbClr val="173A2B"/>
                </a:solidFill>
                <a:latin typeface="Arial"/>
                <a:ea typeface="Arial"/>
                <a:cs typeface="Arial"/>
              </a:defRPr>
            </a:pPr>
            <a:r>
              <a:rPr sz="3225" b="1">
                <a:solidFill>
                  <a:srgbClr val="173A2B"/>
                </a:solidFill>
                <a:latin typeface="Arial"/>
                <a:ea typeface="Arial"/>
                <a:cs typeface="Arial"/>
              </a:rPr>
              <a:t>3 modelos</a:t>
            </a:r>
          </a:p>
          <a:p>
            <a:pPr>
              <a:defRPr sz="3225" b="1">
                <a:solidFill>
                  <a:srgbClr val="173A2B"/>
                </a:solidFill>
                <a:latin typeface="Arial"/>
                <a:ea typeface="Arial"/>
                <a:cs typeface="Arial"/>
              </a:defRPr>
            </a:pPr>
            <a:r>
              <a:rPr sz="3225" b="1">
                <a:solidFill>
                  <a:srgbClr val="173A2B"/>
                </a:solidFill>
                <a:latin typeface="Arial"/>
                <a:ea typeface="Arial"/>
                <a:cs typeface="Arial"/>
              </a:rPr>
              <a:t>6 etiquetas</a:t>
            </a:r>
          </a:p>
          <a:p>
            <a:pPr>
              <a:defRPr sz="3225" b="1">
                <a:solidFill>
                  <a:srgbClr val="173A2B"/>
                </a:solidFill>
                <a:latin typeface="Arial"/>
                <a:ea typeface="Arial"/>
                <a:cs typeface="Arial"/>
              </a:defRPr>
            </a:pPr>
            <a:r>
              <a:rPr sz="3225" b="1">
                <a:solidFill>
                  <a:srgbClr val="173A2B"/>
                </a:solidFill>
                <a:latin typeface="Arial"/>
                <a:ea typeface="Arial"/>
                <a:cs typeface="Arial"/>
              </a:rPr>
              <a:t>1 aplicación</a:t>
            </a:r>
          </a:p>
        </p:txBody>
      </p:sp>
      <p:sp>
        <p:nvSpPr>
          <p:cNvPr id="7" name="Rectángulo 6">
            <a:extLst>
              <a:ext uri="{FF2B5EF4-FFF2-40B4-BE49-F238E27FC236}">
                <a16:creationId xmlns:a16="http://schemas.microsoft.com/office/drawing/2014/main" id="{D5617E37-B39A-4750-84C3-B6CDC0856FB0}"/>
              </a:ext>
            </a:extLst>
          </p:cNvPr>
          <p:cNvSpPr>
            <a:spLocks noGrp="1"/>
          </p:cNvSpPr>
          <p:nvPr/>
        </p:nvSpPr>
        <p:spPr>
          <a:xfrm>
            <a:off x="609600" y="4638675"/>
            <a:ext cx="10477500" cy="819150"/>
          </a:xfrm>
          <a:prstGeom prst="rect">
            <a:avLst/>
          </a:prstGeom>
          <a:noFill/>
          <a:ln w="0">
            <a:noFill/>
          </a:ln>
        </p:spPr>
        <p:txBody>
          <a:bodyPr/>
          <a:lstStyle>
            <a:defPPr>
              <a:defRPr sz="2400">
                <a:solidFill>
                  <a:srgbClr val="25332C"/>
                </a:solidFill>
                <a:latin typeface="Arial"/>
                <a:ea typeface="Arial"/>
                <a:cs typeface="Arial"/>
              </a:defRPr>
            </a:defPPr>
            <a:lvl1pPr>
              <a:defRPr sz="2400">
                <a:solidFill>
                  <a:srgbClr val="25332C"/>
                </a:solidFill>
                <a:latin typeface="Arial"/>
                <a:ea typeface="Arial"/>
                <a:cs typeface="Arial"/>
              </a:defRPr>
            </a:lvl1pPr>
            <a:lvl2pPr>
              <a:defRPr sz="2400">
                <a:solidFill>
                  <a:srgbClr val="25332C"/>
                </a:solidFill>
                <a:latin typeface="Arial"/>
                <a:ea typeface="Arial"/>
                <a:cs typeface="Arial"/>
              </a:defRPr>
            </a:lvl2pPr>
            <a:lvl3pPr>
              <a:defRPr sz="2400">
                <a:solidFill>
                  <a:srgbClr val="25332C"/>
                </a:solidFill>
                <a:latin typeface="Arial"/>
                <a:ea typeface="Arial"/>
                <a:cs typeface="Arial"/>
              </a:defRPr>
            </a:lvl3pPr>
            <a:lvl4pPr>
              <a:defRPr sz="2400">
                <a:solidFill>
                  <a:srgbClr val="25332C"/>
                </a:solidFill>
                <a:latin typeface="Arial"/>
                <a:ea typeface="Arial"/>
                <a:cs typeface="Arial"/>
              </a:defRPr>
            </a:lvl4pPr>
            <a:lvl5pPr>
              <a:defRPr sz="2400">
                <a:solidFill>
                  <a:srgbClr val="25332C"/>
                </a:solidFill>
                <a:latin typeface="Arial"/>
                <a:ea typeface="Arial"/>
                <a:cs typeface="Arial"/>
              </a:defRPr>
            </a:lvl5pPr>
            <a:lvl6pPr>
              <a:defRPr sz="2400">
                <a:solidFill>
                  <a:srgbClr val="25332C"/>
                </a:solidFill>
                <a:latin typeface="Arial"/>
                <a:ea typeface="Arial"/>
                <a:cs typeface="Arial"/>
              </a:defRPr>
            </a:lvl6pPr>
            <a:lvl7pPr>
              <a:defRPr sz="2400">
                <a:solidFill>
                  <a:srgbClr val="25332C"/>
                </a:solidFill>
                <a:latin typeface="Arial"/>
                <a:ea typeface="Arial"/>
                <a:cs typeface="Arial"/>
              </a:defRPr>
            </a:lvl7pPr>
            <a:lvl8pPr>
              <a:defRPr sz="2400">
                <a:solidFill>
                  <a:srgbClr val="25332C"/>
                </a:solidFill>
                <a:latin typeface="Arial"/>
                <a:ea typeface="Arial"/>
                <a:cs typeface="Arial"/>
              </a:defRPr>
            </a:lvl8pPr>
            <a:lvl9pPr>
              <a:defRPr sz="2400">
                <a:solidFill>
                  <a:srgbClr val="25332C"/>
                </a:solidFill>
                <a:latin typeface="Arial"/>
                <a:ea typeface="Arial"/>
                <a:cs typeface="Arial"/>
              </a:defRPr>
            </a:lvl9pPr>
          </a:lstStyle>
          <a:p>
            <a:pPr>
              <a:defRPr sz="2400">
                <a:solidFill>
                  <a:srgbClr val="25332C"/>
                </a:solidFill>
                <a:latin typeface="Arial"/>
                <a:ea typeface="Arial"/>
                <a:cs typeface="Arial"/>
              </a:defRPr>
            </a:pPr>
            <a:r>
              <a:rPr sz="2400">
                <a:solidFill>
                  <a:srgbClr val="25332C"/>
                </a:solidFill>
                <a:latin typeface="Arial"/>
                <a:ea typeface="Arial"/>
                <a:cs typeface="Arial"/>
              </a:rPr>
              <a:t>Comparar rendimiento y demostrar clasificación, exploración y análisis de errores.</a:t>
            </a:r>
          </a:p>
        </p:txBody>
      </p:sp>
      <p:sp>
        <p:nvSpPr>
          <p:cNvPr id="8" name="Rectángulo 7">
            <a:extLst>
              <a:ext uri="{FF2B5EF4-FFF2-40B4-BE49-F238E27FC236}">
                <a16:creationId xmlns:a16="http://schemas.microsoft.com/office/drawing/2014/main" id="{1A9227E7-5EE1-43D0-B8C4-97814ADE5820}"/>
              </a:ext>
            </a:extLst>
          </p:cNvPr>
          <p:cNvSpPr>
            <a:spLocks noGrp="1"/>
          </p:cNvSpPr>
          <p:nvPr/>
        </p:nvSpPr>
        <p:spPr>
          <a:xfrm>
            <a:off x="609600" y="6315075"/>
            <a:ext cx="10858500" cy="266700"/>
          </a:xfrm>
          <a:prstGeom prst="rect">
            <a:avLst/>
          </a:prstGeom>
          <a:noFill/>
          <a:ln w="0">
            <a:noFill/>
          </a:ln>
        </p:spPr>
        <p:txBody>
          <a:bodyPr/>
          <a:lstStyle>
            <a:defPPr>
              <a:defRPr sz="1125">
                <a:solidFill>
                  <a:srgbClr val="617068"/>
                </a:solidFill>
                <a:latin typeface="Arial"/>
                <a:ea typeface="Arial"/>
                <a:cs typeface="Arial"/>
              </a:defRPr>
            </a:defPPr>
            <a:lvl1pPr>
              <a:defRPr sz="1125">
                <a:solidFill>
                  <a:srgbClr val="617068"/>
                </a:solidFill>
                <a:latin typeface="Arial"/>
                <a:ea typeface="Arial"/>
                <a:cs typeface="Arial"/>
              </a:defRPr>
            </a:lvl1pPr>
            <a:lvl2pPr>
              <a:defRPr sz="1125">
                <a:solidFill>
                  <a:srgbClr val="617068"/>
                </a:solidFill>
                <a:latin typeface="Arial"/>
                <a:ea typeface="Arial"/>
                <a:cs typeface="Arial"/>
              </a:defRPr>
            </a:lvl2pPr>
            <a:lvl3pPr>
              <a:defRPr sz="1125">
                <a:solidFill>
                  <a:srgbClr val="617068"/>
                </a:solidFill>
                <a:latin typeface="Arial"/>
                <a:ea typeface="Arial"/>
                <a:cs typeface="Arial"/>
              </a:defRPr>
            </a:lvl3pPr>
            <a:lvl4pPr>
              <a:defRPr sz="1125">
                <a:solidFill>
                  <a:srgbClr val="617068"/>
                </a:solidFill>
                <a:latin typeface="Arial"/>
                <a:ea typeface="Arial"/>
                <a:cs typeface="Arial"/>
              </a:defRPr>
            </a:lvl4pPr>
            <a:lvl5pPr>
              <a:defRPr sz="1125">
                <a:solidFill>
                  <a:srgbClr val="617068"/>
                </a:solidFill>
                <a:latin typeface="Arial"/>
                <a:ea typeface="Arial"/>
                <a:cs typeface="Arial"/>
              </a:defRPr>
            </a:lvl5pPr>
            <a:lvl6pPr>
              <a:defRPr sz="1125">
                <a:solidFill>
                  <a:srgbClr val="617068"/>
                </a:solidFill>
                <a:latin typeface="Arial"/>
                <a:ea typeface="Arial"/>
                <a:cs typeface="Arial"/>
              </a:defRPr>
            </a:lvl6pPr>
            <a:lvl7pPr>
              <a:defRPr sz="1125">
                <a:solidFill>
                  <a:srgbClr val="617068"/>
                </a:solidFill>
                <a:latin typeface="Arial"/>
                <a:ea typeface="Arial"/>
                <a:cs typeface="Arial"/>
              </a:defRPr>
            </a:lvl7pPr>
            <a:lvl8pPr>
              <a:defRPr sz="1125">
                <a:solidFill>
                  <a:srgbClr val="617068"/>
                </a:solidFill>
                <a:latin typeface="Arial"/>
                <a:ea typeface="Arial"/>
                <a:cs typeface="Arial"/>
              </a:defRPr>
            </a:lvl8pPr>
            <a:lvl9pPr>
              <a:defRPr sz="1125">
                <a:solidFill>
                  <a:srgbClr val="617068"/>
                </a:solidFill>
                <a:latin typeface="Arial"/>
                <a:ea typeface="Arial"/>
                <a:cs typeface="Arial"/>
              </a:defRPr>
            </a:lvl9pPr>
          </a:lstStyle>
          <a:p>
            <a:pPr>
              <a:defRPr sz="1125">
                <a:solidFill>
                  <a:srgbClr val="617068"/>
                </a:solidFill>
                <a:latin typeface="Arial"/>
                <a:ea typeface="Arial"/>
                <a:cs typeface="Arial"/>
              </a:defRPr>
            </a:pPr>
            <a:r>
              <a:rPr sz="1125">
                <a:solidFill>
                  <a:srgbClr val="617068"/>
                </a:solidFill>
                <a:latin typeface="Arial"/>
                <a:ea typeface="Arial"/>
                <a:cs typeface="Arial"/>
              </a:rPr>
              <a:t>Alcance experimental. La validación experta y externa sigue pendiente.</a:t>
            </a:r>
          </a:p>
        </p:txBody>
      </p:sp>
    </p:spTree>
    <p:extLst>
      <p:ext uri="{BB962C8B-B14F-4D97-AF65-F5344CB8AC3E}">
        <p14:creationId xmlns:p14="http://schemas.microsoft.com/office/powerpoint/2010/main" val="1022764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F9CCE74B-4856-4FBE-B559-68A3195D05B0}"/>
              </a:ext>
            </a:extLst>
          </p:cNvPr>
          <p:cNvSpPr>
            <a:spLocks noGrp="1"/>
          </p:cNvSpPr>
          <p:nvPr/>
        </p:nvSpPr>
        <p:spPr>
          <a:xfrm>
            <a:off x="609600" y="400050"/>
            <a:ext cx="10572750" cy="628650"/>
          </a:xfrm>
          <a:prstGeom prst="rect">
            <a:avLst/>
          </a:prstGeom>
          <a:noFill/>
          <a:ln w="0">
            <a:noFill/>
          </a:ln>
        </p:spPr>
        <p:txBody>
          <a:bodyPr/>
          <a:lstStyle>
            <a:defPPr>
              <a:defRPr sz="3300" b="1">
                <a:solidFill>
                  <a:srgbClr val="173A2B"/>
                </a:solidFill>
                <a:latin typeface="Arial"/>
                <a:ea typeface="Arial"/>
                <a:cs typeface="Arial"/>
              </a:defRPr>
            </a:defPPr>
            <a:lvl1pPr>
              <a:defRPr sz="3300" b="1">
                <a:solidFill>
                  <a:srgbClr val="173A2B"/>
                </a:solidFill>
                <a:latin typeface="Arial"/>
                <a:ea typeface="Arial"/>
                <a:cs typeface="Arial"/>
              </a:defRPr>
            </a:lvl1pPr>
            <a:lvl2pPr>
              <a:defRPr sz="3300" b="1">
                <a:solidFill>
                  <a:srgbClr val="173A2B"/>
                </a:solidFill>
                <a:latin typeface="Arial"/>
                <a:ea typeface="Arial"/>
                <a:cs typeface="Arial"/>
              </a:defRPr>
            </a:lvl2pPr>
            <a:lvl3pPr>
              <a:defRPr sz="3300" b="1">
                <a:solidFill>
                  <a:srgbClr val="173A2B"/>
                </a:solidFill>
                <a:latin typeface="Arial"/>
                <a:ea typeface="Arial"/>
                <a:cs typeface="Arial"/>
              </a:defRPr>
            </a:lvl3pPr>
            <a:lvl4pPr>
              <a:defRPr sz="3300" b="1">
                <a:solidFill>
                  <a:srgbClr val="173A2B"/>
                </a:solidFill>
                <a:latin typeface="Arial"/>
                <a:ea typeface="Arial"/>
                <a:cs typeface="Arial"/>
              </a:defRPr>
            </a:lvl4pPr>
            <a:lvl5pPr>
              <a:defRPr sz="3300" b="1">
                <a:solidFill>
                  <a:srgbClr val="173A2B"/>
                </a:solidFill>
                <a:latin typeface="Arial"/>
                <a:ea typeface="Arial"/>
                <a:cs typeface="Arial"/>
              </a:defRPr>
            </a:lvl5pPr>
            <a:lvl6pPr>
              <a:defRPr sz="3300" b="1">
                <a:solidFill>
                  <a:srgbClr val="173A2B"/>
                </a:solidFill>
                <a:latin typeface="Arial"/>
                <a:ea typeface="Arial"/>
                <a:cs typeface="Arial"/>
              </a:defRPr>
            </a:lvl6pPr>
            <a:lvl7pPr>
              <a:defRPr sz="3300" b="1">
                <a:solidFill>
                  <a:srgbClr val="173A2B"/>
                </a:solidFill>
                <a:latin typeface="Arial"/>
                <a:ea typeface="Arial"/>
                <a:cs typeface="Arial"/>
              </a:defRPr>
            </a:lvl7pPr>
            <a:lvl8pPr>
              <a:defRPr sz="3300" b="1">
                <a:solidFill>
                  <a:srgbClr val="173A2B"/>
                </a:solidFill>
                <a:latin typeface="Arial"/>
                <a:ea typeface="Arial"/>
                <a:cs typeface="Arial"/>
              </a:defRPr>
            </a:lvl8pPr>
            <a:lvl9pPr>
              <a:defRPr sz="3300" b="1">
                <a:solidFill>
                  <a:srgbClr val="173A2B"/>
                </a:solidFill>
                <a:latin typeface="Arial"/>
                <a:ea typeface="Arial"/>
                <a:cs typeface="Arial"/>
              </a:defRPr>
            </a:lvl9pPr>
          </a:lstStyle>
          <a:p>
            <a:pPr>
              <a:defRPr sz="3300" b="1">
                <a:solidFill>
                  <a:srgbClr val="173A2B"/>
                </a:solidFill>
                <a:latin typeface="Arial"/>
                <a:ea typeface="Arial"/>
                <a:cs typeface="Arial"/>
              </a:defRPr>
            </a:pPr>
            <a:r>
              <a:rPr sz="3300" b="1">
                <a:solidFill>
                  <a:srgbClr val="173A2B"/>
                </a:solidFill>
                <a:latin typeface="Arial"/>
                <a:ea typeface="Arial"/>
                <a:cs typeface="Arial"/>
              </a:rPr>
              <a:t>Datos y alcance</a:t>
            </a:r>
          </a:p>
        </p:txBody>
      </p:sp>
      <p:sp>
        <p:nvSpPr>
          <p:cNvPr id="2" name="Rectángulo 1">
            <a:extLst>
              <a:ext uri="{FF2B5EF4-FFF2-40B4-BE49-F238E27FC236}">
                <a16:creationId xmlns:a16="http://schemas.microsoft.com/office/drawing/2014/main" id="{4F858FAD-55E0-4318-B7B9-85A8BC779FD5}"/>
              </a:ext>
            </a:extLst>
          </p:cNvPr>
          <p:cNvSpPr>
            <a:spLocks noGrp="1"/>
          </p:cNvSpPr>
          <p:nvPr/>
        </p:nvSpPr>
        <p:spPr>
          <a:xfrm>
            <a:off x="11334750" y="504825"/>
            <a:ext cx="381000" cy="285750"/>
          </a:xfrm>
          <a:prstGeom prst="rect">
            <a:avLst/>
          </a:prstGeom>
          <a:noFill/>
          <a:ln w="0">
            <a:noFill/>
          </a:ln>
        </p:spPr>
        <p:txBody>
          <a:bodyPr/>
          <a:lstStyle>
            <a:defPPr>
              <a:defRPr sz="1350">
                <a:solidFill>
                  <a:srgbClr val="617068"/>
                </a:solidFill>
                <a:latin typeface="Arial"/>
                <a:ea typeface="Arial"/>
                <a:cs typeface="Arial"/>
              </a:defRPr>
            </a:defPPr>
            <a:lvl1pPr>
              <a:defRPr sz="1350">
                <a:solidFill>
                  <a:srgbClr val="617068"/>
                </a:solidFill>
                <a:latin typeface="Arial"/>
                <a:ea typeface="Arial"/>
                <a:cs typeface="Arial"/>
              </a:defRPr>
            </a:lvl1pPr>
            <a:lvl2pPr>
              <a:defRPr sz="1350">
                <a:solidFill>
                  <a:srgbClr val="617068"/>
                </a:solidFill>
                <a:latin typeface="Arial"/>
                <a:ea typeface="Arial"/>
                <a:cs typeface="Arial"/>
              </a:defRPr>
            </a:lvl2pPr>
            <a:lvl3pPr>
              <a:defRPr sz="1350">
                <a:solidFill>
                  <a:srgbClr val="617068"/>
                </a:solidFill>
                <a:latin typeface="Arial"/>
                <a:ea typeface="Arial"/>
                <a:cs typeface="Arial"/>
              </a:defRPr>
            </a:lvl3pPr>
            <a:lvl4pPr>
              <a:defRPr sz="1350">
                <a:solidFill>
                  <a:srgbClr val="617068"/>
                </a:solidFill>
                <a:latin typeface="Arial"/>
                <a:ea typeface="Arial"/>
                <a:cs typeface="Arial"/>
              </a:defRPr>
            </a:lvl4pPr>
            <a:lvl5pPr>
              <a:defRPr sz="1350">
                <a:solidFill>
                  <a:srgbClr val="617068"/>
                </a:solidFill>
                <a:latin typeface="Arial"/>
                <a:ea typeface="Arial"/>
                <a:cs typeface="Arial"/>
              </a:defRPr>
            </a:lvl5pPr>
            <a:lvl6pPr>
              <a:defRPr sz="1350">
                <a:solidFill>
                  <a:srgbClr val="617068"/>
                </a:solidFill>
                <a:latin typeface="Arial"/>
                <a:ea typeface="Arial"/>
                <a:cs typeface="Arial"/>
              </a:defRPr>
            </a:lvl6pPr>
            <a:lvl7pPr>
              <a:defRPr sz="1350">
                <a:solidFill>
                  <a:srgbClr val="617068"/>
                </a:solidFill>
                <a:latin typeface="Arial"/>
                <a:ea typeface="Arial"/>
                <a:cs typeface="Arial"/>
              </a:defRPr>
            </a:lvl7pPr>
            <a:lvl8pPr>
              <a:defRPr sz="1350">
                <a:solidFill>
                  <a:srgbClr val="617068"/>
                </a:solidFill>
                <a:latin typeface="Arial"/>
                <a:ea typeface="Arial"/>
                <a:cs typeface="Arial"/>
              </a:defRPr>
            </a:lvl8pPr>
            <a:lvl9pPr>
              <a:defRPr sz="1350">
                <a:solidFill>
                  <a:srgbClr val="617068"/>
                </a:solidFill>
                <a:latin typeface="Arial"/>
                <a:ea typeface="Arial"/>
                <a:cs typeface="Arial"/>
              </a:defRPr>
            </a:lvl9pPr>
          </a:lstStyle>
          <a:p>
            <a:pPr>
              <a:defRPr sz="1350">
                <a:solidFill>
                  <a:srgbClr val="617068"/>
                </a:solidFill>
                <a:latin typeface="Arial"/>
                <a:ea typeface="Arial"/>
                <a:cs typeface="Arial"/>
              </a:defRPr>
            </a:pPr>
            <a:r>
              <a:rPr sz="1350">
                <a:solidFill>
                  <a:srgbClr val="617068"/>
                </a:solidFill>
                <a:latin typeface="Arial"/>
                <a:ea typeface="Arial"/>
                <a:cs typeface="Arial"/>
              </a:rPr>
              <a:t>03</a:t>
            </a:r>
          </a:p>
        </p:txBody>
      </p:sp>
      <p:sp>
        <p:nvSpPr>
          <p:cNvPr id="3" name="Rectángulo 2">
            <a:extLst>
              <a:ext uri="{FF2B5EF4-FFF2-40B4-BE49-F238E27FC236}">
                <a16:creationId xmlns:a16="http://schemas.microsoft.com/office/drawing/2014/main" id="{350C7681-1D6F-476F-9AF1-14F20B78ED13}"/>
              </a:ext>
            </a:extLst>
          </p:cNvPr>
          <p:cNvSpPr>
            <a:spLocks noGrp="1"/>
          </p:cNvSpPr>
          <p:nvPr/>
        </p:nvSpPr>
        <p:spPr>
          <a:xfrm>
            <a:off x="609600" y="1476375"/>
            <a:ext cx="4095750" cy="342900"/>
          </a:xfrm>
          <a:prstGeom prst="rect">
            <a:avLst/>
          </a:prstGeom>
          <a:noFill/>
          <a:ln w="0">
            <a:noFill/>
          </a:ln>
        </p:spPr>
        <p:txBody>
          <a:bodyPr/>
          <a:lstStyle>
            <a:defPPr>
              <a:defRPr sz="1575" b="1">
                <a:solidFill>
                  <a:srgbClr val="C3913C"/>
                </a:solidFill>
                <a:latin typeface="Arial"/>
                <a:ea typeface="Arial"/>
                <a:cs typeface="Arial"/>
              </a:defRPr>
            </a:defPPr>
            <a:lvl1pPr>
              <a:defRPr sz="1575" b="1">
                <a:solidFill>
                  <a:srgbClr val="C3913C"/>
                </a:solidFill>
                <a:latin typeface="Arial"/>
                <a:ea typeface="Arial"/>
                <a:cs typeface="Arial"/>
              </a:defRPr>
            </a:lvl1pPr>
            <a:lvl2pPr>
              <a:defRPr sz="1575" b="1">
                <a:solidFill>
                  <a:srgbClr val="C3913C"/>
                </a:solidFill>
                <a:latin typeface="Arial"/>
                <a:ea typeface="Arial"/>
                <a:cs typeface="Arial"/>
              </a:defRPr>
            </a:lvl2pPr>
            <a:lvl3pPr>
              <a:defRPr sz="1575" b="1">
                <a:solidFill>
                  <a:srgbClr val="C3913C"/>
                </a:solidFill>
                <a:latin typeface="Arial"/>
                <a:ea typeface="Arial"/>
                <a:cs typeface="Arial"/>
              </a:defRPr>
            </a:lvl3pPr>
            <a:lvl4pPr>
              <a:defRPr sz="1575" b="1">
                <a:solidFill>
                  <a:srgbClr val="C3913C"/>
                </a:solidFill>
                <a:latin typeface="Arial"/>
                <a:ea typeface="Arial"/>
                <a:cs typeface="Arial"/>
              </a:defRPr>
            </a:lvl4pPr>
            <a:lvl5pPr>
              <a:defRPr sz="1575" b="1">
                <a:solidFill>
                  <a:srgbClr val="C3913C"/>
                </a:solidFill>
                <a:latin typeface="Arial"/>
                <a:ea typeface="Arial"/>
                <a:cs typeface="Arial"/>
              </a:defRPr>
            </a:lvl5pPr>
            <a:lvl6pPr>
              <a:defRPr sz="1575" b="1">
                <a:solidFill>
                  <a:srgbClr val="C3913C"/>
                </a:solidFill>
                <a:latin typeface="Arial"/>
                <a:ea typeface="Arial"/>
                <a:cs typeface="Arial"/>
              </a:defRPr>
            </a:lvl6pPr>
            <a:lvl7pPr>
              <a:defRPr sz="1575" b="1">
                <a:solidFill>
                  <a:srgbClr val="C3913C"/>
                </a:solidFill>
                <a:latin typeface="Arial"/>
                <a:ea typeface="Arial"/>
                <a:cs typeface="Arial"/>
              </a:defRPr>
            </a:lvl7pPr>
            <a:lvl8pPr>
              <a:defRPr sz="1575" b="1">
                <a:solidFill>
                  <a:srgbClr val="C3913C"/>
                </a:solidFill>
                <a:latin typeface="Arial"/>
                <a:ea typeface="Arial"/>
                <a:cs typeface="Arial"/>
              </a:defRPr>
            </a:lvl8pPr>
            <a:lvl9pPr>
              <a:defRPr sz="1575" b="1">
                <a:solidFill>
                  <a:srgbClr val="C3913C"/>
                </a:solidFill>
                <a:latin typeface="Arial"/>
                <a:ea typeface="Arial"/>
                <a:cs typeface="Arial"/>
              </a:defRPr>
            </a:lvl9pPr>
          </a:lstStyle>
          <a:p>
            <a:pPr>
              <a:defRPr sz="1575" b="1">
                <a:solidFill>
                  <a:srgbClr val="C3913C"/>
                </a:solidFill>
                <a:latin typeface="Arial"/>
                <a:ea typeface="Arial"/>
                <a:cs typeface="Arial"/>
              </a:defRPr>
            </a:pPr>
            <a:r>
              <a:rPr sz="1575" b="1">
                <a:solidFill>
                  <a:srgbClr val="C3913C"/>
                </a:solidFill>
                <a:latin typeface="Arial"/>
                <a:ea typeface="Arial"/>
                <a:cs typeface="Arial"/>
              </a:rPr>
              <a:t>EDA COMPLETO</a:t>
            </a:r>
          </a:p>
        </p:txBody>
      </p:sp>
      <p:sp>
        <p:nvSpPr>
          <p:cNvPr id="4" name="Rectángulo 3">
            <a:extLst>
              <a:ext uri="{FF2B5EF4-FFF2-40B4-BE49-F238E27FC236}">
                <a16:creationId xmlns:a16="http://schemas.microsoft.com/office/drawing/2014/main" id="{11265145-B2F8-4D39-9D66-D799BF61647B}"/>
              </a:ext>
            </a:extLst>
          </p:cNvPr>
          <p:cNvSpPr>
            <a:spLocks noGrp="1"/>
          </p:cNvSpPr>
          <p:nvPr/>
        </p:nvSpPr>
        <p:spPr>
          <a:xfrm>
            <a:off x="609600" y="1866900"/>
            <a:ext cx="3619500" cy="857250"/>
          </a:xfrm>
          <a:prstGeom prst="rect">
            <a:avLst/>
          </a:prstGeom>
          <a:noFill/>
          <a:ln w="0">
            <a:noFill/>
          </a:ln>
        </p:spPr>
        <p:txBody>
          <a:bodyPr/>
          <a:lstStyle>
            <a:defPPr>
              <a:defRPr sz="4800" b="1">
                <a:solidFill>
                  <a:srgbClr val="173A2B"/>
                </a:solidFill>
                <a:latin typeface="Arial"/>
                <a:ea typeface="Arial"/>
                <a:cs typeface="Arial"/>
              </a:defRPr>
            </a:defPPr>
            <a:lvl1pPr>
              <a:defRPr sz="4800" b="1">
                <a:solidFill>
                  <a:srgbClr val="173A2B"/>
                </a:solidFill>
                <a:latin typeface="Arial"/>
                <a:ea typeface="Arial"/>
                <a:cs typeface="Arial"/>
              </a:defRPr>
            </a:lvl1pPr>
            <a:lvl2pPr>
              <a:defRPr sz="4800" b="1">
                <a:solidFill>
                  <a:srgbClr val="173A2B"/>
                </a:solidFill>
                <a:latin typeface="Arial"/>
                <a:ea typeface="Arial"/>
                <a:cs typeface="Arial"/>
              </a:defRPr>
            </a:lvl2pPr>
            <a:lvl3pPr>
              <a:defRPr sz="4800" b="1">
                <a:solidFill>
                  <a:srgbClr val="173A2B"/>
                </a:solidFill>
                <a:latin typeface="Arial"/>
                <a:ea typeface="Arial"/>
                <a:cs typeface="Arial"/>
              </a:defRPr>
            </a:lvl3pPr>
            <a:lvl4pPr>
              <a:defRPr sz="4800" b="1">
                <a:solidFill>
                  <a:srgbClr val="173A2B"/>
                </a:solidFill>
                <a:latin typeface="Arial"/>
                <a:ea typeface="Arial"/>
                <a:cs typeface="Arial"/>
              </a:defRPr>
            </a:lvl4pPr>
            <a:lvl5pPr>
              <a:defRPr sz="4800" b="1">
                <a:solidFill>
                  <a:srgbClr val="173A2B"/>
                </a:solidFill>
                <a:latin typeface="Arial"/>
                <a:ea typeface="Arial"/>
                <a:cs typeface="Arial"/>
              </a:defRPr>
            </a:lvl5pPr>
            <a:lvl6pPr>
              <a:defRPr sz="4800" b="1">
                <a:solidFill>
                  <a:srgbClr val="173A2B"/>
                </a:solidFill>
                <a:latin typeface="Arial"/>
                <a:ea typeface="Arial"/>
                <a:cs typeface="Arial"/>
              </a:defRPr>
            </a:lvl6pPr>
            <a:lvl7pPr>
              <a:defRPr sz="4800" b="1">
                <a:solidFill>
                  <a:srgbClr val="173A2B"/>
                </a:solidFill>
                <a:latin typeface="Arial"/>
                <a:ea typeface="Arial"/>
                <a:cs typeface="Arial"/>
              </a:defRPr>
            </a:lvl7pPr>
            <a:lvl8pPr>
              <a:defRPr sz="4800" b="1">
                <a:solidFill>
                  <a:srgbClr val="173A2B"/>
                </a:solidFill>
                <a:latin typeface="Arial"/>
                <a:ea typeface="Arial"/>
                <a:cs typeface="Arial"/>
              </a:defRPr>
            </a:lvl8pPr>
            <a:lvl9pPr>
              <a:defRPr sz="4800" b="1">
                <a:solidFill>
                  <a:srgbClr val="173A2B"/>
                </a:solidFill>
                <a:latin typeface="Arial"/>
                <a:ea typeface="Arial"/>
                <a:cs typeface="Arial"/>
              </a:defRPr>
            </a:lvl9pPr>
          </a:lstStyle>
          <a:p>
            <a:pPr>
              <a:defRPr sz="4800" b="1">
                <a:solidFill>
                  <a:srgbClr val="173A2B"/>
                </a:solidFill>
                <a:latin typeface="Arial"/>
                <a:ea typeface="Arial"/>
                <a:cs typeface="Arial"/>
              </a:defRPr>
            </a:pPr>
            <a:r>
              <a:rPr sz="4800" b="1">
                <a:solidFill>
                  <a:srgbClr val="173A2B"/>
                </a:solidFill>
                <a:latin typeface="Arial"/>
                <a:ea typeface="Arial"/>
                <a:cs typeface="Arial"/>
              </a:rPr>
              <a:t>10,357</a:t>
            </a:r>
          </a:p>
        </p:txBody>
      </p:sp>
      <p:sp>
        <p:nvSpPr>
          <p:cNvPr id="5" name="Rectángulo 4">
            <a:extLst>
              <a:ext uri="{FF2B5EF4-FFF2-40B4-BE49-F238E27FC236}">
                <a16:creationId xmlns:a16="http://schemas.microsoft.com/office/drawing/2014/main" id="{4C7A12FE-6C4A-4C38-882F-405E51E83D41}"/>
              </a:ext>
            </a:extLst>
          </p:cNvPr>
          <p:cNvSpPr>
            <a:spLocks noGrp="1"/>
          </p:cNvSpPr>
          <p:nvPr/>
        </p:nvSpPr>
        <p:spPr>
          <a:xfrm>
            <a:off x="609600" y="2990850"/>
            <a:ext cx="4095750" cy="342900"/>
          </a:xfrm>
          <a:prstGeom prst="rect">
            <a:avLst/>
          </a:prstGeom>
          <a:noFill/>
          <a:ln w="0">
            <a:noFill/>
          </a:ln>
        </p:spPr>
        <p:txBody>
          <a:bodyPr/>
          <a:lstStyle>
            <a:defPPr>
              <a:defRPr sz="1575" b="1">
                <a:solidFill>
                  <a:srgbClr val="C3913C"/>
                </a:solidFill>
                <a:latin typeface="Arial"/>
                <a:ea typeface="Arial"/>
                <a:cs typeface="Arial"/>
              </a:defRPr>
            </a:defPPr>
            <a:lvl1pPr>
              <a:defRPr sz="1575" b="1">
                <a:solidFill>
                  <a:srgbClr val="C3913C"/>
                </a:solidFill>
                <a:latin typeface="Arial"/>
                <a:ea typeface="Arial"/>
                <a:cs typeface="Arial"/>
              </a:defRPr>
            </a:lvl1pPr>
            <a:lvl2pPr>
              <a:defRPr sz="1575" b="1">
                <a:solidFill>
                  <a:srgbClr val="C3913C"/>
                </a:solidFill>
                <a:latin typeface="Arial"/>
                <a:ea typeface="Arial"/>
                <a:cs typeface="Arial"/>
              </a:defRPr>
            </a:lvl2pPr>
            <a:lvl3pPr>
              <a:defRPr sz="1575" b="1">
                <a:solidFill>
                  <a:srgbClr val="C3913C"/>
                </a:solidFill>
                <a:latin typeface="Arial"/>
                <a:ea typeface="Arial"/>
                <a:cs typeface="Arial"/>
              </a:defRPr>
            </a:lvl3pPr>
            <a:lvl4pPr>
              <a:defRPr sz="1575" b="1">
                <a:solidFill>
                  <a:srgbClr val="C3913C"/>
                </a:solidFill>
                <a:latin typeface="Arial"/>
                <a:ea typeface="Arial"/>
                <a:cs typeface="Arial"/>
              </a:defRPr>
            </a:lvl4pPr>
            <a:lvl5pPr>
              <a:defRPr sz="1575" b="1">
                <a:solidFill>
                  <a:srgbClr val="C3913C"/>
                </a:solidFill>
                <a:latin typeface="Arial"/>
                <a:ea typeface="Arial"/>
                <a:cs typeface="Arial"/>
              </a:defRPr>
            </a:lvl5pPr>
            <a:lvl6pPr>
              <a:defRPr sz="1575" b="1">
                <a:solidFill>
                  <a:srgbClr val="C3913C"/>
                </a:solidFill>
                <a:latin typeface="Arial"/>
                <a:ea typeface="Arial"/>
                <a:cs typeface="Arial"/>
              </a:defRPr>
            </a:lvl6pPr>
            <a:lvl7pPr>
              <a:defRPr sz="1575" b="1">
                <a:solidFill>
                  <a:srgbClr val="C3913C"/>
                </a:solidFill>
                <a:latin typeface="Arial"/>
                <a:ea typeface="Arial"/>
                <a:cs typeface="Arial"/>
              </a:defRPr>
            </a:lvl7pPr>
            <a:lvl8pPr>
              <a:defRPr sz="1575" b="1">
                <a:solidFill>
                  <a:srgbClr val="C3913C"/>
                </a:solidFill>
                <a:latin typeface="Arial"/>
                <a:ea typeface="Arial"/>
                <a:cs typeface="Arial"/>
              </a:defRPr>
            </a:lvl8pPr>
            <a:lvl9pPr>
              <a:defRPr sz="1575" b="1">
                <a:solidFill>
                  <a:srgbClr val="C3913C"/>
                </a:solidFill>
                <a:latin typeface="Arial"/>
                <a:ea typeface="Arial"/>
                <a:cs typeface="Arial"/>
              </a:defRPr>
            </a:lvl9pPr>
          </a:lstStyle>
          <a:p>
            <a:pPr>
              <a:defRPr sz="1575" b="1">
                <a:solidFill>
                  <a:srgbClr val="C3913C"/>
                </a:solidFill>
                <a:latin typeface="Arial"/>
                <a:ea typeface="Arial"/>
                <a:cs typeface="Arial"/>
              </a:defRPr>
            </a:pPr>
            <a:r>
              <a:rPr sz="1575" b="1">
                <a:solidFill>
                  <a:srgbClr val="C3913C"/>
                </a:solidFill>
                <a:latin typeface="Arial"/>
                <a:ea typeface="Arial"/>
                <a:cs typeface="Arial"/>
              </a:rPr>
              <a:t>MUESTRA DE MODELADO</a:t>
            </a:r>
          </a:p>
        </p:txBody>
      </p:sp>
      <p:sp>
        <p:nvSpPr>
          <p:cNvPr id="6" name="Rectángulo 5">
            <a:extLst>
              <a:ext uri="{FF2B5EF4-FFF2-40B4-BE49-F238E27FC236}">
                <a16:creationId xmlns:a16="http://schemas.microsoft.com/office/drawing/2014/main" id="{557E50E5-4179-4472-97E5-1E985DF09185}"/>
              </a:ext>
            </a:extLst>
          </p:cNvPr>
          <p:cNvSpPr>
            <a:spLocks noGrp="1"/>
          </p:cNvSpPr>
          <p:nvPr/>
        </p:nvSpPr>
        <p:spPr>
          <a:xfrm>
            <a:off x="609600" y="3362325"/>
            <a:ext cx="3619500" cy="857250"/>
          </a:xfrm>
          <a:prstGeom prst="rect">
            <a:avLst/>
          </a:prstGeom>
          <a:noFill/>
          <a:ln w="0">
            <a:noFill/>
          </a:ln>
        </p:spPr>
        <p:txBody>
          <a:bodyPr/>
          <a:lstStyle>
            <a:defPPr>
              <a:defRPr sz="4800" b="1">
                <a:solidFill>
                  <a:srgbClr val="173A2B"/>
                </a:solidFill>
                <a:latin typeface="Arial"/>
                <a:ea typeface="Arial"/>
                <a:cs typeface="Arial"/>
              </a:defRPr>
            </a:defPPr>
            <a:lvl1pPr>
              <a:defRPr sz="4800" b="1">
                <a:solidFill>
                  <a:srgbClr val="173A2B"/>
                </a:solidFill>
                <a:latin typeface="Arial"/>
                <a:ea typeface="Arial"/>
                <a:cs typeface="Arial"/>
              </a:defRPr>
            </a:lvl1pPr>
            <a:lvl2pPr>
              <a:defRPr sz="4800" b="1">
                <a:solidFill>
                  <a:srgbClr val="173A2B"/>
                </a:solidFill>
                <a:latin typeface="Arial"/>
                <a:ea typeface="Arial"/>
                <a:cs typeface="Arial"/>
              </a:defRPr>
            </a:lvl2pPr>
            <a:lvl3pPr>
              <a:defRPr sz="4800" b="1">
                <a:solidFill>
                  <a:srgbClr val="173A2B"/>
                </a:solidFill>
                <a:latin typeface="Arial"/>
                <a:ea typeface="Arial"/>
                <a:cs typeface="Arial"/>
              </a:defRPr>
            </a:lvl3pPr>
            <a:lvl4pPr>
              <a:defRPr sz="4800" b="1">
                <a:solidFill>
                  <a:srgbClr val="173A2B"/>
                </a:solidFill>
                <a:latin typeface="Arial"/>
                <a:ea typeface="Arial"/>
                <a:cs typeface="Arial"/>
              </a:defRPr>
            </a:lvl4pPr>
            <a:lvl5pPr>
              <a:defRPr sz="4800" b="1">
                <a:solidFill>
                  <a:srgbClr val="173A2B"/>
                </a:solidFill>
                <a:latin typeface="Arial"/>
                <a:ea typeface="Arial"/>
                <a:cs typeface="Arial"/>
              </a:defRPr>
            </a:lvl5pPr>
            <a:lvl6pPr>
              <a:defRPr sz="4800" b="1">
                <a:solidFill>
                  <a:srgbClr val="173A2B"/>
                </a:solidFill>
                <a:latin typeface="Arial"/>
                <a:ea typeface="Arial"/>
                <a:cs typeface="Arial"/>
              </a:defRPr>
            </a:lvl6pPr>
            <a:lvl7pPr>
              <a:defRPr sz="4800" b="1">
                <a:solidFill>
                  <a:srgbClr val="173A2B"/>
                </a:solidFill>
                <a:latin typeface="Arial"/>
                <a:ea typeface="Arial"/>
                <a:cs typeface="Arial"/>
              </a:defRPr>
            </a:lvl7pPr>
            <a:lvl8pPr>
              <a:defRPr sz="4800" b="1">
                <a:solidFill>
                  <a:srgbClr val="173A2B"/>
                </a:solidFill>
                <a:latin typeface="Arial"/>
                <a:ea typeface="Arial"/>
                <a:cs typeface="Arial"/>
              </a:defRPr>
            </a:lvl8pPr>
            <a:lvl9pPr>
              <a:defRPr sz="4800" b="1">
                <a:solidFill>
                  <a:srgbClr val="173A2B"/>
                </a:solidFill>
                <a:latin typeface="Arial"/>
                <a:ea typeface="Arial"/>
                <a:cs typeface="Arial"/>
              </a:defRPr>
            </a:lvl9pPr>
          </a:lstStyle>
          <a:p>
            <a:pPr>
              <a:defRPr sz="4800" b="1">
                <a:solidFill>
                  <a:srgbClr val="173A2B"/>
                </a:solidFill>
                <a:latin typeface="Arial"/>
                <a:ea typeface="Arial"/>
                <a:cs typeface="Arial"/>
              </a:defRPr>
            </a:pPr>
            <a:r>
              <a:rPr sz="4800" b="1">
                <a:solidFill>
                  <a:srgbClr val="173A2B"/>
                </a:solidFill>
                <a:latin typeface="Arial"/>
                <a:ea typeface="Arial"/>
                <a:cs typeface="Arial"/>
              </a:rPr>
              <a:t>2,728</a:t>
            </a:r>
          </a:p>
        </p:txBody>
      </p:sp>
      <p:graphicFrame>
        <p:nvGraphicFramePr>
          <p:cNvPr id="8" name="Chart">
            <a:extLst>
              <a:ext uri="{FF2B5EF4-FFF2-40B4-BE49-F238E27FC236}">
                <a16:creationId xmlns:a16="http://schemas.microsoft.com/office/drawing/2014/main" id="{CDB82DDF-49EE-47A8-B7E3-0F5CE01C00D0}"/>
              </a:ext>
            </a:extLst>
          </p:cNvPr>
          <p:cNvGraphicFramePr/>
          <p:nvPr/>
        </p:nvGraphicFramePr>
        <p:xfrm>
          <a:off x="4429125" y="1428750"/>
          <a:ext cx="7000875"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ángulo 8">
            <a:extLst>
              <a:ext uri="{FF2B5EF4-FFF2-40B4-BE49-F238E27FC236}">
                <a16:creationId xmlns:a16="http://schemas.microsoft.com/office/drawing/2014/main" id="{16D63423-13B6-4573-A468-8C4DEC5C5204}"/>
              </a:ext>
            </a:extLst>
          </p:cNvPr>
          <p:cNvSpPr>
            <a:spLocks noGrp="1"/>
          </p:cNvSpPr>
          <p:nvPr/>
        </p:nvSpPr>
        <p:spPr>
          <a:xfrm>
            <a:off x="609600" y="5600700"/>
            <a:ext cx="3381375" cy="438150"/>
          </a:xfrm>
          <a:prstGeom prst="rect">
            <a:avLst/>
          </a:prstGeom>
          <a:noFill/>
          <a:ln w="0">
            <a:noFill/>
          </a:ln>
        </p:spPr>
        <p:txBody>
          <a:bodyPr/>
          <a:lstStyle>
            <a:defPPr>
              <a:defRPr sz="2100" b="1">
                <a:solidFill>
                  <a:srgbClr val="25332C"/>
                </a:solidFill>
                <a:latin typeface="Arial"/>
                <a:ea typeface="Arial"/>
                <a:cs typeface="Arial"/>
              </a:defRPr>
            </a:defPPr>
            <a:lvl1pPr>
              <a:defRPr sz="2100" b="1">
                <a:solidFill>
                  <a:srgbClr val="25332C"/>
                </a:solidFill>
                <a:latin typeface="Arial"/>
                <a:ea typeface="Arial"/>
                <a:cs typeface="Arial"/>
              </a:defRPr>
            </a:lvl1pPr>
            <a:lvl2pPr>
              <a:defRPr sz="2100" b="1">
                <a:solidFill>
                  <a:srgbClr val="25332C"/>
                </a:solidFill>
                <a:latin typeface="Arial"/>
                <a:ea typeface="Arial"/>
                <a:cs typeface="Arial"/>
              </a:defRPr>
            </a:lvl2pPr>
            <a:lvl3pPr>
              <a:defRPr sz="2100" b="1">
                <a:solidFill>
                  <a:srgbClr val="25332C"/>
                </a:solidFill>
                <a:latin typeface="Arial"/>
                <a:ea typeface="Arial"/>
                <a:cs typeface="Arial"/>
              </a:defRPr>
            </a:lvl3pPr>
            <a:lvl4pPr>
              <a:defRPr sz="2100" b="1">
                <a:solidFill>
                  <a:srgbClr val="25332C"/>
                </a:solidFill>
                <a:latin typeface="Arial"/>
                <a:ea typeface="Arial"/>
                <a:cs typeface="Arial"/>
              </a:defRPr>
            </a:lvl4pPr>
            <a:lvl5pPr>
              <a:defRPr sz="2100" b="1">
                <a:solidFill>
                  <a:srgbClr val="25332C"/>
                </a:solidFill>
                <a:latin typeface="Arial"/>
                <a:ea typeface="Arial"/>
                <a:cs typeface="Arial"/>
              </a:defRPr>
            </a:lvl5pPr>
            <a:lvl6pPr>
              <a:defRPr sz="2100" b="1">
                <a:solidFill>
                  <a:srgbClr val="25332C"/>
                </a:solidFill>
                <a:latin typeface="Arial"/>
                <a:ea typeface="Arial"/>
                <a:cs typeface="Arial"/>
              </a:defRPr>
            </a:lvl6pPr>
            <a:lvl7pPr>
              <a:defRPr sz="2100" b="1">
                <a:solidFill>
                  <a:srgbClr val="25332C"/>
                </a:solidFill>
                <a:latin typeface="Arial"/>
                <a:ea typeface="Arial"/>
                <a:cs typeface="Arial"/>
              </a:defRPr>
            </a:lvl7pPr>
            <a:lvl8pPr>
              <a:defRPr sz="2100" b="1">
                <a:solidFill>
                  <a:srgbClr val="25332C"/>
                </a:solidFill>
                <a:latin typeface="Arial"/>
                <a:ea typeface="Arial"/>
                <a:cs typeface="Arial"/>
              </a:defRPr>
            </a:lvl8pPr>
            <a:lvl9pPr>
              <a:defRPr sz="2100" b="1">
                <a:solidFill>
                  <a:srgbClr val="25332C"/>
                </a:solidFill>
                <a:latin typeface="Arial"/>
                <a:ea typeface="Arial"/>
                <a:cs typeface="Arial"/>
              </a:defRPr>
            </a:lvl9pPr>
          </a:lstStyle>
          <a:p>
            <a:pPr>
              <a:defRPr sz="2100" b="1">
                <a:solidFill>
                  <a:srgbClr val="25332C"/>
                </a:solidFill>
                <a:latin typeface="Arial"/>
                <a:ea typeface="Arial"/>
                <a:cs typeface="Arial"/>
              </a:defRPr>
            </a:pPr>
            <a:r>
              <a:rPr sz="2100" b="1">
                <a:solidFill>
                  <a:srgbClr val="25332C"/>
                </a:solidFill>
                <a:latin typeface="Arial"/>
                <a:ea typeface="Arial"/>
                <a:cs typeface="Arial"/>
              </a:rPr>
              <a:t>1,414 entrenamiento*</a:t>
            </a:r>
          </a:p>
        </p:txBody>
      </p:sp>
      <p:sp>
        <p:nvSpPr>
          <p:cNvPr id="10" name="Rectángulo 9">
            <a:extLst>
              <a:ext uri="{FF2B5EF4-FFF2-40B4-BE49-F238E27FC236}">
                <a16:creationId xmlns:a16="http://schemas.microsoft.com/office/drawing/2014/main" id="{052D5EE3-1C70-4739-9743-F868CAEA3161}"/>
              </a:ext>
            </a:extLst>
          </p:cNvPr>
          <p:cNvSpPr>
            <a:spLocks noGrp="1"/>
          </p:cNvSpPr>
          <p:nvPr/>
        </p:nvSpPr>
        <p:spPr>
          <a:xfrm>
            <a:off x="4619625" y="5600700"/>
            <a:ext cx="2857500" cy="438150"/>
          </a:xfrm>
          <a:prstGeom prst="rect">
            <a:avLst/>
          </a:prstGeom>
          <a:noFill/>
          <a:ln w="0">
            <a:noFill/>
          </a:ln>
        </p:spPr>
        <p:txBody>
          <a:bodyPr/>
          <a:lstStyle>
            <a:defPPr>
              <a:defRPr sz="2100" b="1">
                <a:solidFill>
                  <a:srgbClr val="25332C"/>
                </a:solidFill>
                <a:latin typeface="Arial"/>
                <a:ea typeface="Arial"/>
                <a:cs typeface="Arial"/>
              </a:defRPr>
            </a:defPPr>
            <a:lvl1pPr>
              <a:defRPr sz="2100" b="1">
                <a:solidFill>
                  <a:srgbClr val="25332C"/>
                </a:solidFill>
                <a:latin typeface="Arial"/>
                <a:ea typeface="Arial"/>
                <a:cs typeface="Arial"/>
              </a:defRPr>
            </a:lvl1pPr>
            <a:lvl2pPr>
              <a:defRPr sz="2100" b="1">
                <a:solidFill>
                  <a:srgbClr val="25332C"/>
                </a:solidFill>
                <a:latin typeface="Arial"/>
                <a:ea typeface="Arial"/>
                <a:cs typeface="Arial"/>
              </a:defRPr>
            </a:lvl2pPr>
            <a:lvl3pPr>
              <a:defRPr sz="2100" b="1">
                <a:solidFill>
                  <a:srgbClr val="25332C"/>
                </a:solidFill>
                <a:latin typeface="Arial"/>
                <a:ea typeface="Arial"/>
                <a:cs typeface="Arial"/>
              </a:defRPr>
            </a:lvl3pPr>
            <a:lvl4pPr>
              <a:defRPr sz="2100" b="1">
                <a:solidFill>
                  <a:srgbClr val="25332C"/>
                </a:solidFill>
                <a:latin typeface="Arial"/>
                <a:ea typeface="Arial"/>
                <a:cs typeface="Arial"/>
              </a:defRPr>
            </a:lvl4pPr>
            <a:lvl5pPr>
              <a:defRPr sz="2100" b="1">
                <a:solidFill>
                  <a:srgbClr val="25332C"/>
                </a:solidFill>
                <a:latin typeface="Arial"/>
                <a:ea typeface="Arial"/>
                <a:cs typeface="Arial"/>
              </a:defRPr>
            </a:lvl5pPr>
            <a:lvl6pPr>
              <a:defRPr sz="2100" b="1">
                <a:solidFill>
                  <a:srgbClr val="25332C"/>
                </a:solidFill>
                <a:latin typeface="Arial"/>
                <a:ea typeface="Arial"/>
                <a:cs typeface="Arial"/>
              </a:defRPr>
            </a:lvl6pPr>
            <a:lvl7pPr>
              <a:defRPr sz="2100" b="1">
                <a:solidFill>
                  <a:srgbClr val="25332C"/>
                </a:solidFill>
                <a:latin typeface="Arial"/>
                <a:ea typeface="Arial"/>
                <a:cs typeface="Arial"/>
              </a:defRPr>
            </a:lvl7pPr>
            <a:lvl8pPr>
              <a:defRPr sz="2100" b="1">
                <a:solidFill>
                  <a:srgbClr val="25332C"/>
                </a:solidFill>
                <a:latin typeface="Arial"/>
                <a:ea typeface="Arial"/>
                <a:cs typeface="Arial"/>
              </a:defRPr>
            </a:lvl8pPr>
            <a:lvl9pPr>
              <a:defRPr sz="2100" b="1">
                <a:solidFill>
                  <a:srgbClr val="25332C"/>
                </a:solidFill>
                <a:latin typeface="Arial"/>
                <a:ea typeface="Arial"/>
                <a:cs typeface="Arial"/>
              </a:defRPr>
            </a:lvl9pPr>
          </a:lstStyle>
          <a:p>
            <a:pPr>
              <a:defRPr sz="2100" b="1">
                <a:solidFill>
                  <a:srgbClr val="25332C"/>
                </a:solidFill>
                <a:latin typeface="Arial"/>
                <a:ea typeface="Arial"/>
                <a:cs typeface="Arial"/>
              </a:defRPr>
            </a:pPr>
            <a:r>
              <a:rPr sz="2100" b="1">
                <a:solidFill>
                  <a:srgbClr val="25332C"/>
                </a:solidFill>
                <a:latin typeface="Arial"/>
                <a:ea typeface="Arial"/>
                <a:cs typeface="Arial"/>
              </a:rPr>
              <a:t>410 validación</a:t>
            </a:r>
          </a:p>
        </p:txBody>
      </p:sp>
      <p:sp>
        <p:nvSpPr>
          <p:cNvPr id="11" name="Rectángulo 10">
            <a:extLst>
              <a:ext uri="{FF2B5EF4-FFF2-40B4-BE49-F238E27FC236}">
                <a16:creationId xmlns:a16="http://schemas.microsoft.com/office/drawing/2014/main" id="{BE50D297-D1CD-4DC1-9454-5513454E9012}"/>
              </a:ext>
            </a:extLst>
          </p:cNvPr>
          <p:cNvSpPr>
            <a:spLocks noGrp="1"/>
          </p:cNvSpPr>
          <p:nvPr/>
        </p:nvSpPr>
        <p:spPr>
          <a:xfrm>
            <a:off x="8524875" y="5600700"/>
            <a:ext cx="2857500" cy="438150"/>
          </a:xfrm>
          <a:prstGeom prst="rect">
            <a:avLst/>
          </a:prstGeom>
          <a:noFill/>
          <a:ln w="0">
            <a:noFill/>
          </a:ln>
        </p:spPr>
        <p:txBody>
          <a:bodyPr/>
          <a:lstStyle>
            <a:defPPr>
              <a:defRPr sz="2100" b="1">
                <a:solidFill>
                  <a:srgbClr val="25332C"/>
                </a:solidFill>
                <a:latin typeface="Arial"/>
                <a:ea typeface="Arial"/>
                <a:cs typeface="Arial"/>
              </a:defRPr>
            </a:defPPr>
            <a:lvl1pPr>
              <a:defRPr sz="2100" b="1">
                <a:solidFill>
                  <a:srgbClr val="25332C"/>
                </a:solidFill>
                <a:latin typeface="Arial"/>
                <a:ea typeface="Arial"/>
                <a:cs typeface="Arial"/>
              </a:defRPr>
            </a:lvl1pPr>
            <a:lvl2pPr>
              <a:defRPr sz="2100" b="1">
                <a:solidFill>
                  <a:srgbClr val="25332C"/>
                </a:solidFill>
                <a:latin typeface="Arial"/>
                <a:ea typeface="Arial"/>
                <a:cs typeface="Arial"/>
              </a:defRPr>
            </a:lvl2pPr>
            <a:lvl3pPr>
              <a:defRPr sz="2100" b="1">
                <a:solidFill>
                  <a:srgbClr val="25332C"/>
                </a:solidFill>
                <a:latin typeface="Arial"/>
                <a:ea typeface="Arial"/>
                <a:cs typeface="Arial"/>
              </a:defRPr>
            </a:lvl3pPr>
            <a:lvl4pPr>
              <a:defRPr sz="2100" b="1">
                <a:solidFill>
                  <a:srgbClr val="25332C"/>
                </a:solidFill>
                <a:latin typeface="Arial"/>
                <a:ea typeface="Arial"/>
                <a:cs typeface="Arial"/>
              </a:defRPr>
            </a:lvl4pPr>
            <a:lvl5pPr>
              <a:defRPr sz="2100" b="1">
                <a:solidFill>
                  <a:srgbClr val="25332C"/>
                </a:solidFill>
                <a:latin typeface="Arial"/>
                <a:ea typeface="Arial"/>
                <a:cs typeface="Arial"/>
              </a:defRPr>
            </a:lvl5pPr>
            <a:lvl6pPr>
              <a:defRPr sz="2100" b="1">
                <a:solidFill>
                  <a:srgbClr val="25332C"/>
                </a:solidFill>
                <a:latin typeface="Arial"/>
                <a:ea typeface="Arial"/>
                <a:cs typeface="Arial"/>
              </a:defRPr>
            </a:lvl6pPr>
            <a:lvl7pPr>
              <a:defRPr sz="2100" b="1">
                <a:solidFill>
                  <a:srgbClr val="25332C"/>
                </a:solidFill>
                <a:latin typeface="Arial"/>
                <a:ea typeface="Arial"/>
                <a:cs typeface="Arial"/>
              </a:defRPr>
            </a:lvl7pPr>
            <a:lvl8pPr>
              <a:defRPr sz="2100" b="1">
                <a:solidFill>
                  <a:srgbClr val="25332C"/>
                </a:solidFill>
                <a:latin typeface="Arial"/>
                <a:ea typeface="Arial"/>
                <a:cs typeface="Arial"/>
              </a:defRPr>
            </a:lvl8pPr>
            <a:lvl9pPr>
              <a:defRPr sz="2100" b="1">
                <a:solidFill>
                  <a:srgbClr val="25332C"/>
                </a:solidFill>
                <a:latin typeface="Arial"/>
                <a:ea typeface="Arial"/>
                <a:cs typeface="Arial"/>
              </a:defRPr>
            </a:lvl9pPr>
          </a:lstStyle>
          <a:p>
            <a:pPr>
              <a:defRPr sz="2100" b="1">
                <a:solidFill>
                  <a:srgbClr val="25332C"/>
                </a:solidFill>
                <a:latin typeface="Arial"/>
                <a:ea typeface="Arial"/>
                <a:cs typeface="Arial"/>
              </a:defRPr>
            </a:pPr>
            <a:r>
              <a:rPr sz="2100" b="1">
                <a:solidFill>
                  <a:srgbClr val="25332C"/>
                </a:solidFill>
                <a:latin typeface="Arial"/>
                <a:ea typeface="Arial"/>
                <a:cs typeface="Arial"/>
              </a:rPr>
              <a:t>410 prueba</a:t>
            </a:r>
          </a:p>
        </p:txBody>
      </p:sp>
      <p:sp>
        <p:nvSpPr>
          <p:cNvPr id="12" name="Rectángulo 11">
            <a:extLst>
              <a:ext uri="{FF2B5EF4-FFF2-40B4-BE49-F238E27FC236}">
                <a16:creationId xmlns:a16="http://schemas.microsoft.com/office/drawing/2014/main" id="{74F17BCE-F567-4ED5-9710-1E8EE971D490}"/>
              </a:ext>
            </a:extLst>
          </p:cNvPr>
          <p:cNvSpPr>
            <a:spLocks noGrp="1"/>
          </p:cNvSpPr>
          <p:nvPr/>
        </p:nvSpPr>
        <p:spPr>
          <a:xfrm>
            <a:off x="609600" y="6315075"/>
            <a:ext cx="10858500" cy="266700"/>
          </a:xfrm>
          <a:prstGeom prst="rect">
            <a:avLst/>
          </a:prstGeom>
          <a:noFill/>
          <a:ln w="0">
            <a:noFill/>
          </a:ln>
        </p:spPr>
        <p:txBody>
          <a:bodyPr/>
          <a:lstStyle>
            <a:defPPr>
              <a:defRPr sz="1125">
                <a:solidFill>
                  <a:srgbClr val="617068"/>
                </a:solidFill>
                <a:latin typeface="Arial"/>
                <a:ea typeface="Arial"/>
                <a:cs typeface="Arial"/>
              </a:defRPr>
            </a:defPPr>
            <a:lvl1pPr>
              <a:defRPr sz="1125">
                <a:solidFill>
                  <a:srgbClr val="617068"/>
                </a:solidFill>
                <a:latin typeface="Arial"/>
                <a:ea typeface="Arial"/>
                <a:cs typeface="Arial"/>
              </a:defRPr>
            </a:lvl1pPr>
            <a:lvl2pPr>
              <a:defRPr sz="1125">
                <a:solidFill>
                  <a:srgbClr val="617068"/>
                </a:solidFill>
                <a:latin typeface="Arial"/>
                <a:ea typeface="Arial"/>
                <a:cs typeface="Arial"/>
              </a:defRPr>
            </a:lvl2pPr>
            <a:lvl3pPr>
              <a:defRPr sz="1125">
                <a:solidFill>
                  <a:srgbClr val="617068"/>
                </a:solidFill>
                <a:latin typeface="Arial"/>
                <a:ea typeface="Arial"/>
                <a:cs typeface="Arial"/>
              </a:defRPr>
            </a:lvl3pPr>
            <a:lvl4pPr>
              <a:defRPr sz="1125">
                <a:solidFill>
                  <a:srgbClr val="617068"/>
                </a:solidFill>
                <a:latin typeface="Arial"/>
                <a:ea typeface="Arial"/>
                <a:cs typeface="Arial"/>
              </a:defRPr>
            </a:lvl4pPr>
            <a:lvl5pPr>
              <a:defRPr sz="1125">
                <a:solidFill>
                  <a:srgbClr val="617068"/>
                </a:solidFill>
                <a:latin typeface="Arial"/>
                <a:ea typeface="Arial"/>
                <a:cs typeface="Arial"/>
              </a:defRPr>
            </a:lvl5pPr>
            <a:lvl6pPr>
              <a:defRPr sz="1125">
                <a:solidFill>
                  <a:srgbClr val="617068"/>
                </a:solidFill>
                <a:latin typeface="Arial"/>
                <a:ea typeface="Arial"/>
                <a:cs typeface="Arial"/>
              </a:defRPr>
            </a:lvl6pPr>
            <a:lvl7pPr>
              <a:defRPr sz="1125">
                <a:solidFill>
                  <a:srgbClr val="617068"/>
                </a:solidFill>
                <a:latin typeface="Arial"/>
                <a:ea typeface="Arial"/>
                <a:cs typeface="Arial"/>
              </a:defRPr>
            </a:lvl7pPr>
            <a:lvl8pPr>
              <a:defRPr sz="1125">
                <a:solidFill>
                  <a:srgbClr val="617068"/>
                </a:solidFill>
                <a:latin typeface="Arial"/>
                <a:ea typeface="Arial"/>
                <a:cs typeface="Arial"/>
              </a:defRPr>
            </a:lvl8pPr>
            <a:lvl9pPr>
              <a:defRPr sz="1125">
                <a:solidFill>
                  <a:srgbClr val="617068"/>
                </a:solidFill>
                <a:latin typeface="Arial"/>
                <a:ea typeface="Arial"/>
                <a:cs typeface="Arial"/>
              </a:defRPr>
            </a:lvl9pPr>
          </a:lstStyle>
          <a:p>
            <a:pPr>
              <a:defRPr sz="1125">
                <a:solidFill>
                  <a:srgbClr val="617068"/>
                </a:solidFill>
                <a:latin typeface="Arial"/>
                <a:ea typeface="Arial"/>
                <a:cs typeface="Arial"/>
              </a:defRPr>
            </a:pPr>
            <a:r>
              <a:rPr sz="1125">
                <a:solidFill>
                  <a:srgbClr val="617068"/>
                </a:solidFill>
                <a:latin typeface="Arial"/>
                <a:ea typeface="Arial"/>
                <a:cs typeface="Arial"/>
              </a:rPr>
              <a:t>*Máximo 600 por clase. Semilla 42. Fuente: datos y resultados del proyecto.</a:t>
            </a:r>
          </a:p>
        </p:txBody>
      </p:sp>
    </p:spTree>
    <p:extLst>
      <p:ext uri="{BB962C8B-B14F-4D97-AF65-F5344CB8AC3E}">
        <p14:creationId xmlns:p14="http://schemas.microsoft.com/office/powerpoint/2010/main" val="1748538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cxnSp>
        <p:nvCxnSpPr>
          <p:cNvPr id="21" name="Conector recto de flecha 20">
            <a:extLst>
              <a:ext uri="{FF2B5EF4-FFF2-40B4-BE49-F238E27FC236}">
                <a16:creationId xmlns:a16="http://schemas.microsoft.com/office/drawing/2014/main" id="{3E3350CE-3467-4F52-ABBC-5D71B1F68FB2}"/>
              </a:ext>
            </a:extLst>
          </p:cNvPr>
          <p:cNvCxnSpPr>
            <a:stCxn id="17" idx="3"/>
            <a:endCxn id="18" idx="1"/>
          </p:cNvCxnSpPr>
          <p:nvPr/>
        </p:nvCxnSpPr>
        <p:spPr>
          <a:xfrm>
            <a:off x="8505825" y="5086350"/>
            <a:ext cx="733425" cy="0"/>
          </a:xfrm>
          <a:prstGeom prst="straightConnector1">
            <a:avLst/>
          </a:prstGeom>
          <a:ln w="19050">
            <a:solidFill>
              <a:srgbClr val="173A2B"/>
            </a:solidFill>
            <a:prstDash val="solid"/>
            <a:tailEnd type="arrow" w="med" len="med"/>
          </a:ln>
        </p:spPr>
      </p:cxnSp>
      <p:cxnSp>
        <p:nvCxnSpPr>
          <p:cNvPr id="20" name="Conector recto de flecha 19">
            <a:extLst>
              <a:ext uri="{FF2B5EF4-FFF2-40B4-BE49-F238E27FC236}">
                <a16:creationId xmlns:a16="http://schemas.microsoft.com/office/drawing/2014/main" id="{DA45EE7C-5E35-4B4B-970F-177AA6D722FE}"/>
              </a:ext>
            </a:extLst>
          </p:cNvPr>
          <p:cNvCxnSpPr>
            <a:stCxn id="16" idx="3"/>
            <a:endCxn id="17" idx="1"/>
          </p:cNvCxnSpPr>
          <p:nvPr/>
        </p:nvCxnSpPr>
        <p:spPr>
          <a:xfrm>
            <a:off x="5629275" y="5086350"/>
            <a:ext cx="733425" cy="0"/>
          </a:xfrm>
          <a:prstGeom prst="straightConnector1">
            <a:avLst/>
          </a:prstGeom>
          <a:ln w="19050">
            <a:solidFill>
              <a:srgbClr val="173A2B"/>
            </a:solidFill>
            <a:prstDash val="solid"/>
            <a:tailEnd type="arrow" w="med" len="med"/>
          </a:ln>
        </p:spPr>
      </p:cxnSp>
      <p:cxnSp>
        <p:nvCxnSpPr>
          <p:cNvPr id="19" name="Conector recto de flecha 18">
            <a:extLst>
              <a:ext uri="{FF2B5EF4-FFF2-40B4-BE49-F238E27FC236}">
                <a16:creationId xmlns:a16="http://schemas.microsoft.com/office/drawing/2014/main" id="{206C0532-BE8F-451B-9090-8F6FE582461C}"/>
              </a:ext>
            </a:extLst>
          </p:cNvPr>
          <p:cNvCxnSpPr>
            <a:stCxn id="15" idx="3"/>
            <a:endCxn id="16" idx="1"/>
          </p:cNvCxnSpPr>
          <p:nvPr/>
        </p:nvCxnSpPr>
        <p:spPr>
          <a:xfrm>
            <a:off x="2752725" y="5086350"/>
            <a:ext cx="733425" cy="0"/>
          </a:xfrm>
          <a:prstGeom prst="straightConnector1">
            <a:avLst/>
          </a:prstGeom>
          <a:ln w="19050">
            <a:solidFill>
              <a:srgbClr val="173A2B"/>
            </a:solidFill>
            <a:prstDash val="solid"/>
            <a:tailEnd type="arrow" w="med" len="med"/>
          </a:ln>
        </p:spPr>
      </p:cxnSp>
      <p:cxnSp>
        <p:nvCxnSpPr>
          <p:cNvPr id="12" name="Conector recto de flecha 11">
            <a:extLst>
              <a:ext uri="{FF2B5EF4-FFF2-40B4-BE49-F238E27FC236}">
                <a16:creationId xmlns:a16="http://schemas.microsoft.com/office/drawing/2014/main" id="{EBCC2FC4-9520-4A87-BFF4-4BD2F4FEFDC4}"/>
              </a:ext>
            </a:extLst>
          </p:cNvPr>
          <p:cNvCxnSpPr>
            <a:stCxn id="7" idx="3"/>
            <a:endCxn id="8" idx="1"/>
          </p:cNvCxnSpPr>
          <p:nvPr/>
        </p:nvCxnSpPr>
        <p:spPr>
          <a:xfrm>
            <a:off x="9144000" y="2381250"/>
            <a:ext cx="304800" cy="0"/>
          </a:xfrm>
          <a:prstGeom prst="straightConnector1">
            <a:avLst/>
          </a:prstGeom>
          <a:ln w="19050">
            <a:solidFill>
              <a:srgbClr val="173A2B"/>
            </a:solidFill>
            <a:prstDash val="solid"/>
            <a:tailEnd type="arrow" w="med" len="med"/>
          </a:ln>
        </p:spPr>
      </p:cxnSp>
      <p:cxnSp>
        <p:nvCxnSpPr>
          <p:cNvPr id="11" name="Conector recto de flecha 10">
            <a:extLst>
              <a:ext uri="{FF2B5EF4-FFF2-40B4-BE49-F238E27FC236}">
                <a16:creationId xmlns:a16="http://schemas.microsoft.com/office/drawing/2014/main" id="{EB26FA2A-79CA-4C51-8549-B61489F8F06E}"/>
              </a:ext>
            </a:extLst>
          </p:cNvPr>
          <p:cNvCxnSpPr>
            <a:stCxn id="6" idx="3"/>
            <a:endCxn id="7" idx="1"/>
          </p:cNvCxnSpPr>
          <p:nvPr/>
        </p:nvCxnSpPr>
        <p:spPr>
          <a:xfrm>
            <a:off x="6934200" y="2381250"/>
            <a:ext cx="304800" cy="0"/>
          </a:xfrm>
          <a:prstGeom prst="straightConnector1">
            <a:avLst/>
          </a:prstGeom>
          <a:ln w="19050">
            <a:solidFill>
              <a:srgbClr val="173A2B"/>
            </a:solidFill>
            <a:prstDash val="solid"/>
            <a:tailEnd type="arrow" w="med" len="med"/>
          </a:ln>
        </p:spPr>
      </p:cxnSp>
      <p:cxnSp>
        <p:nvCxnSpPr>
          <p:cNvPr id="10" name="Conector recto de flecha 9">
            <a:extLst>
              <a:ext uri="{FF2B5EF4-FFF2-40B4-BE49-F238E27FC236}">
                <a16:creationId xmlns:a16="http://schemas.microsoft.com/office/drawing/2014/main" id="{A95B9751-BFA9-478B-98E1-0D10DAED093A}"/>
              </a:ext>
            </a:extLst>
          </p:cNvPr>
          <p:cNvCxnSpPr>
            <a:stCxn id="5" idx="3"/>
            <a:endCxn id="6" idx="1"/>
          </p:cNvCxnSpPr>
          <p:nvPr/>
        </p:nvCxnSpPr>
        <p:spPr>
          <a:xfrm>
            <a:off x="4724400" y="2381250"/>
            <a:ext cx="304800" cy="0"/>
          </a:xfrm>
          <a:prstGeom prst="straightConnector1">
            <a:avLst/>
          </a:prstGeom>
          <a:ln w="19050">
            <a:solidFill>
              <a:srgbClr val="173A2B"/>
            </a:solidFill>
            <a:prstDash val="solid"/>
            <a:tailEnd type="arrow" w="med" len="med"/>
          </a:ln>
        </p:spPr>
      </p:cxnSp>
      <p:cxnSp>
        <p:nvCxnSpPr>
          <p:cNvPr id="9" name="Conector recto de flecha 8">
            <a:extLst>
              <a:ext uri="{FF2B5EF4-FFF2-40B4-BE49-F238E27FC236}">
                <a16:creationId xmlns:a16="http://schemas.microsoft.com/office/drawing/2014/main" id="{9A499230-5F67-4F3C-B7DF-93AA0FA1A56C}"/>
              </a:ext>
            </a:extLst>
          </p:cNvPr>
          <p:cNvCxnSpPr>
            <a:stCxn id="4" idx="3"/>
            <a:endCxn id="5" idx="1"/>
          </p:cNvCxnSpPr>
          <p:nvPr/>
        </p:nvCxnSpPr>
        <p:spPr>
          <a:xfrm>
            <a:off x="2514600" y="2381250"/>
            <a:ext cx="304800" cy="0"/>
          </a:xfrm>
          <a:prstGeom prst="straightConnector1">
            <a:avLst/>
          </a:prstGeom>
          <a:ln w="19050">
            <a:solidFill>
              <a:srgbClr val="173A2B"/>
            </a:solidFill>
            <a:prstDash val="solid"/>
            <a:tailEnd type="arrow" w="med" len="med"/>
          </a:ln>
        </p:spPr>
      </p:cxnSp>
      <p:sp>
        <p:nvSpPr>
          <p:cNvPr id="23" name="Rectángulo 22">
            <a:extLst>
              <a:ext uri="{FF2B5EF4-FFF2-40B4-BE49-F238E27FC236}">
                <a16:creationId xmlns:a16="http://schemas.microsoft.com/office/drawing/2014/main" id="{AE55407D-2178-4DF8-B452-246A7A4F9F62}"/>
              </a:ext>
            </a:extLst>
          </p:cNvPr>
          <p:cNvSpPr>
            <a:spLocks noGrp="1"/>
          </p:cNvSpPr>
          <p:nvPr/>
        </p:nvSpPr>
        <p:spPr>
          <a:xfrm>
            <a:off x="609600" y="400050"/>
            <a:ext cx="10572750" cy="628650"/>
          </a:xfrm>
          <a:prstGeom prst="rect">
            <a:avLst/>
          </a:prstGeom>
          <a:noFill/>
          <a:ln w="0">
            <a:noFill/>
          </a:ln>
        </p:spPr>
        <p:txBody>
          <a:bodyPr/>
          <a:lstStyle>
            <a:defPPr>
              <a:defRPr sz="3300" b="1">
                <a:solidFill>
                  <a:srgbClr val="173A2B"/>
                </a:solidFill>
                <a:latin typeface="Arial"/>
                <a:ea typeface="Arial"/>
                <a:cs typeface="Arial"/>
              </a:defRPr>
            </a:defPPr>
            <a:lvl1pPr>
              <a:defRPr sz="3300" b="1">
                <a:solidFill>
                  <a:srgbClr val="173A2B"/>
                </a:solidFill>
                <a:latin typeface="Arial"/>
                <a:ea typeface="Arial"/>
                <a:cs typeface="Arial"/>
              </a:defRPr>
            </a:lvl1pPr>
            <a:lvl2pPr>
              <a:defRPr sz="3300" b="1">
                <a:solidFill>
                  <a:srgbClr val="173A2B"/>
                </a:solidFill>
                <a:latin typeface="Arial"/>
                <a:ea typeface="Arial"/>
                <a:cs typeface="Arial"/>
              </a:defRPr>
            </a:lvl2pPr>
            <a:lvl3pPr>
              <a:defRPr sz="3300" b="1">
                <a:solidFill>
                  <a:srgbClr val="173A2B"/>
                </a:solidFill>
                <a:latin typeface="Arial"/>
                <a:ea typeface="Arial"/>
                <a:cs typeface="Arial"/>
              </a:defRPr>
            </a:lvl3pPr>
            <a:lvl4pPr>
              <a:defRPr sz="3300" b="1">
                <a:solidFill>
                  <a:srgbClr val="173A2B"/>
                </a:solidFill>
                <a:latin typeface="Arial"/>
                <a:ea typeface="Arial"/>
                <a:cs typeface="Arial"/>
              </a:defRPr>
            </a:lvl4pPr>
            <a:lvl5pPr>
              <a:defRPr sz="3300" b="1">
                <a:solidFill>
                  <a:srgbClr val="173A2B"/>
                </a:solidFill>
                <a:latin typeface="Arial"/>
                <a:ea typeface="Arial"/>
                <a:cs typeface="Arial"/>
              </a:defRPr>
            </a:lvl5pPr>
            <a:lvl6pPr>
              <a:defRPr sz="3300" b="1">
                <a:solidFill>
                  <a:srgbClr val="173A2B"/>
                </a:solidFill>
                <a:latin typeface="Arial"/>
                <a:ea typeface="Arial"/>
                <a:cs typeface="Arial"/>
              </a:defRPr>
            </a:lvl6pPr>
            <a:lvl7pPr>
              <a:defRPr sz="3300" b="1">
                <a:solidFill>
                  <a:srgbClr val="173A2B"/>
                </a:solidFill>
                <a:latin typeface="Arial"/>
                <a:ea typeface="Arial"/>
                <a:cs typeface="Arial"/>
              </a:defRPr>
            </a:lvl7pPr>
            <a:lvl8pPr>
              <a:defRPr sz="3300" b="1">
                <a:solidFill>
                  <a:srgbClr val="173A2B"/>
                </a:solidFill>
                <a:latin typeface="Arial"/>
                <a:ea typeface="Arial"/>
                <a:cs typeface="Arial"/>
              </a:defRPr>
            </a:lvl8pPr>
            <a:lvl9pPr>
              <a:defRPr sz="3300" b="1">
                <a:solidFill>
                  <a:srgbClr val="173A2B"/>
                </a:solidFill>
                <a:latin typeface="Arial"/>
                <a:ea typeface="Arial"/>
                <a:cs typeface="Arial"/>
              </a:defRPr>
            </a:lvl9pPr>
          </a:lstStyle>
          <a:p>
            <a:pPr>
              <a:defRPr sz="3300" b="1">
                <a:solidFill>
                  <a:srgbClr val="173A2B"/>
                </a:solidFill>
                <a:latin typeface="Arial"/>
                <a:ea typeface="Arial"/>
                <a:cs typeface="Arial"/>
              </a:defRPr>
            </a:pPr>
            <a:r>
              <a:rPr sz="3300" b="1">
                <a:solidFill>
                  <a:srgbClr val="173A2B"/>
                </a:solidFill>
                <a:latin typeface="Arial"/>
                <a:ea typeface="Arial"/>
                <a:cs typeface="Arial"/>
              </a:rPr>
              <a:t>Arquitectura de la solución</a:t>
            </a:r>
          </a:p>
        </p:txBody>
      </p:sp>
      <p:sp>
        <p:nvSpPr>
          <p:cNvPr id="2" name="Rectángulo 1">
            <a:extLst>
              <a:ext uri="{FF2B5EF4-FFF2-40B4-BE49-F238E27FC236}">
                <a16:creationId xmlns:a16="http://schemas.microsoft.com/office/drawing/2014/main" id="{AE21D13C-533F-4D24-9E28-E034D9E2F3D8}"/>
              </a:ext>
            </a:extLst>
          </p:cNvPr>
          <p:cNvSpPr>
            <a:spLocks noGrp="1"/>
          </p:cNvSpPr>
          <p:nvPr/>
        </p:nvSpPr>
        <p:spPr>
          <a:xfrm>
            <a:off x="11334750" y="504825"/>
            <a:ext cx="381000" cy="285750"/>
          </a:xfrm>
          <a:prstGeom prst="rect">
            <a:avLst/>
          </a:prstGeom>
          <a:noFill/>
          <a:ln w="0">
            <a:noFill/>
          </a:ln>
        </p:spPr>
        <p:txBody>
          <a:bodyPr/>
          <a:lstStyle>
            <a:defPPr>
              <a:defRPr sz="1350">
                <a:solidFill>
                  <a:srgbClr val="617068"/>
                </a:solidFill>
                <a:latin typeface="Arial"/>
                <a:ea typeface="Arial"/>
                <a:cs typeface="Arial"/>
              </a:defRPr>
            </a:defPPr>
            <a:lvl1pPr>
              <a:defRPr sz="1350">
                <a:solidFill>
                  <a:srgbClr val="617068"/>
                </a:solidFill>
                <a:latin typeface="Arial"/>
                <a:ea typeface="Arial"/>
                <a:cs typeface="Arial"/>
              </a:defRPr>
            </a:lvl1pPr>
            <a:lvl2pPr>
              <a:defRPr sz="1350">
                <a:solidFill>
                  <a:srgbClr val="617068"/>
                </a:solidFill>
                <a:latin typeface="Arial"/>
                <a:ea typeface="Arial"/>
                <a:cs typeface="Arial"/>
              </a:defRPr>
            </a:lvl2pPr>
            <a:lvl3pPr>
              <a:defRPr sz="1350">
                <a:solidFill>
                  <a:srgbClr val="617068"/>
                </a:solidFill>
                <a:latin typeface="Arial"/>
                <a:ea typeface="Arial"/>
                <a:cs typeface="Arial"/>
              </a:defRPr>
            </a:lvl3pPr>
            <a:lvl4pPr>
              <a:defRPr sz="1350">
                <a:solidFill>
                  <a:srgbClr val="617068"/>
                </a:solidFill>
                <a:latin typeface="Arial"/>
                <a:ea typeface="Arial"/>
                <a:cs typeface="Arial"/>
              </a:defRPr>
            </a:lvl4pPr>
            <a:lvl5pPr>
              <a:defRPr sz="1350">
                <a:solidFill>
                  <a:srgbClr val="617068"/>
                </a:solidFill>
                <a:latin typeface="Arial"/>
                <a:ea typeface="Arial"/>
                <a:cs typeface="Arial"/>
              </a:defRPr>
            </a:lvl5pPr>
            <a:lvl6pPr>
              <a:defRPr sz="1350">
                <a:solidFill>
                  <a:srgbClr val="617068"/>
                </a:solidFill>
                <a:latin typeface="Arial"/>
                <a:ea typeface="Arial"/>
                <a:cs typeface="Arial"/>
              </a:defRPr>
            </a:lvl6pPr>
            <a:lvl7pPr>
              <a:defRPr sz="1350">
                <a:solidFill>
                  <a:srgbClr val="617068"/>
                </a:solidFill>
                <a:latin typeface="Arial"/>
                <a:ea typeface="Arial"/>
                <a:cs typeface="Arial"/>
              </a:defRPr>
            </a:lvl7pPr>
            <a:lvl8pPr>
              <a:defRPr sz="1350">
                <a:solidFill>
                  <a:srgbClr val="617068"/>
                </a:solidFill>
                <a:latin typeface="Arial"/>
                <a:ea typeface="Arial"/>
                <a:cs typeface="Arial"/>
              </a:defRPr>
            </a:lvl8pPr>
            <a:lvl9pPr>
              <a:defRPr sz="1350">
                <a:solidFill>
                  <a:srgbClr val="617068"/>
                </a:solidFill>
                <a:latin typeface="Arial"/>
                <a:ea typeface="Arial"/>
                <a:cs typeface="Arial"/>
              </a:defRPr>
            </a:lvl9pPr>
          </a:lstStyle>
          <a:p>
            <a:pPr>
              <a:defRPr sz="1350">
                <a:solidFill>
                  <a:srgbClr val="617068"/>
                </a:solidFill>
                <a:latin typeface="Arial"/>
                <a:ea typeface="Arial"/>
                <a:cs typeface="Arial"/>
              </a:defRPr>
            </a:pPr>
            <a:r>
              <a:rPr sz="1350">
                <a:solidFill>
                  <a:srgbClr val="617068"/>
                </a:solidFill>
                <a:latin typeface="Arial"/>
                <a:ea typeface="Arial"/>
                <a:cs typeface="Arial"/>
              </a:rPr>
              <a:t>04</a:t>
            </a:r>
          </a:p>
        </p:txBody>
      </p:sp>
      <p:sp>
        <p:nvSpPr>
          <p:cNvPr id="3" name="Rectángulo 2">
            <a:extLst>
              <a:ext uri="{FF2B5EF4-FFF2-40B4-BE49-F238E27FC236}">
                <a16:creationId xmlns:a16="http://schemas.microsoft.com/office/drawing/2014/main" id="{7B9C5368-B705-4C50-89E5-392C45AF0A51}"/>
              </a:ext>
            </a:extLst>
          </p:cNvPr>
          <p:cNvSpPr>
            <a:spLocks noGrp="1"/>
          </p:cNvSpPr>
          <p:nvPr/>
        </p:nvSpPr>
        <p:spPr>
          <a:xfrm>
            <a:off x="609600" y="1381125"/>
            <a:ext cx="4762500" cy="342900"/>
          </a:xfrm>
          <a:prstGeom prst="rect">
            <a:avLst/>
          </a:prstGeom>
          <a:noFill/>
          <a:ln w="0">
            <a:noFill/>
          </a:ln>
        </p:spPr>
        <p:txBody>
          <a:bodyPr/>
          <a:lstStyle>
            <a:defPPr>
              <a:defRPr sz="1575" b="1">
                <a:solidFill>
                  <a:srgbClr val="C3913C"/>
                </a:solidFill>
                <a:latin typeface="Arial"/>
                <a:ea typeface="Arial"/>
                <a:cs typeface="Arial"/>
              </a:defRPr>
            </a:defPPr>
            <a:lvl1pPr>
              <a:defRPr sz="1575" b="1">
                <a:solidFill>
                  <a:srgbClr val="C3913C"/>
                </a:solidFill>
                <a:latin typeface="Arial"/>
                <a:ea typeface="Arial"/>
                <a:cs typeface="Arial"/>
              </a:defRPr>
            </a:lvl1pPr>
            <a:lvl2pPr>
              <a:defRPr sz="1575" b="1">
                <a:solidFill>
                  <a:srgbClr val="C3913C"/>
                </a:solidFill>
                <a:latin typeface="Arial"/>
                <a:ea typeface="Arial"/>
                <a:cs typeface="Arial"/>
              </a:defRPr>
            </a:lvl2pPr>
            <a:lvl3pPr>
              <a:defRPr sz="1575" b="1">
                <a:solidFill>
                  <a:srgbClr val="C3913C"/>
                </a:solidFill>
                <a:latin typeface="Arial"/>
                <a:ea typeface="Arial"/>
                <a:cs typeface="Arial"/>
              </a:defRPr>
            </a:lvl3pPr>
            <a:lvl4pPr>
              <a:defRPr sz="1575" b="1">
                <a:solidFill>
                  <a:srgbClr val="C3913C"/>
                </a:solidFill>
                <a:latin typeface="Arial"/>
                <a:ea typeface="Arial"/>
                <a:cs typeface="Arial"/>
              </a:defRPr>
            </a:lvl4pPr>
            <a:lvl5pPr>
              <a:defRPr sz="1575" b="1">
                <a:solidFill>
                  <a:srgbClr val="C3913C"/>
                </a:solidFill>
                <a:latin typeface="Arial"/>
                <a:ea typeface="Arial"/>
                <a:cs typeface="Arial"/>
              </a:defRPr>
            </a:lvl5pPr>
            <a:lvl6pPr>
              <a:defRPr sz="1575" b="1">
                <a:solidFill>
                  <a:srgbClr val="C3913C"/>
                </a:solidFill>
                <a:latin typeface="Arial"/>
                <a:ea typeface="Arial"/>
                <a:cs typeface="Arial"/>
              </a:defRPr>
            </a:lvl6pPr>
            <a:lvl7pPr>
              <a:defRPr sz="1575" b="1">
                <a:solidFill>
                  <a:srgbClr val="C3913C"/>
                </a:solidFill>
                <a:latin typeface="Arial"/>
                <a:ea typeface="Arial"/>
                <a:cs typeface="Arial"/>
              </a:defRPr>
            </a:lvl7pPr>
            <a:lvl8pPr>
              <a:defRPr sz="1575" b="1">
                <a:solidFill>
                  <a:srgbClr val="C3913C"/>
                </a:solidFill>
                <a:latin typeface="Arial"/>
                <a:ea typeface="Arial"/>
                <a:cs typeface="Arial"/>
              </a:defRPr>
            </a:lvl8pPr>
            <a:lvl9pPr>
              <a:defRPr sz="1575" b="1">
                <a:solidFill>
                  <a:srgbClr val="C3913C"/>
                </a:solidFill>
                <a:latin typeface="Arial"/>
                <a:ea typeface="Arial"/>
                <a:cs typeface="Arial"/>
              </a:defRPr>
            </a:lvl9pPr>
          </a:lstStyle>
          <a:p>
            <a:pPr>
              <a:defRPr sz="1575" b="1">
                <a:solidFill>
                  <a:srgbClr val="C3913C"/>
                </a:solidFill>
                <a:latin typeface="Arial"/>
                <a:ea typeface="Arial"/>
                <a:cs typeface="Arial"/>
              </a:defRPr>
            </a:pPr>
            <a:r>
              <a:rPr sz="1575" b="1">
                <a:solidFill>
                  <a:srgbClr val="C3913C"/>
                </a:solidFill>
                <a:latin typeface="Arial"/>
                <a:ea typeface="Arial"/>
                <a:cs typeface="Arial"/>
              </a:rPr>
              <a:t>ENTRENAMIENTO</a:t>
            </a:r>
          </a:p>
        </p:txBody>
      </p:sp>
      <p:sp>
        <p:nvSpPr>
          <p:cNvPr id="4" name="Rectángulo 3">
            <a:extLst>
              <a:ext uri="{FF2B5EF4-FFF2-40B4-BE49-F238E27FC236}">
                <a16:creationId xmlns:a16="http://schemas.microsoft.com/office/drawing/2014/main" id="{F6B91D38-2913-4690-999B-5023C78E5D31}"/>
              </a:ext>
            </a:extLst>
          </p:cNvPr>
          <p:cNvSpPr>
            <a:spLocks noGrp="1"/>
          </p:cNvSpPr>
          <p:nvPr/>
        </p:nvSpPr>
        <p:spPr>
          <a:xfrm>
            <a:off x="609600" y="1885950"/>
            <a:ext cx="1905000" cy="990600"/>
          </a:xfrm>
          <a:prstGeom prst="rect">
            <a:avLst/>
          </a:prstGeom>
          <a:solidFill>
            <a:srgbClr val="E9EEE7"/>
          </a:solidFill>
          <a:ln w="9525">
            <a:solidFill>
              <a:srgbClr val="D9DFD8"/>
            </a:solidFill>
            <a:prstDash val="solid"/>
          </a:ln>
        </p:spPr>
        <p:txBody>
          <a:bodyPr anchor="ctr"/>
          <a:lstStyle>
            <a:defPPr algn="ctr">
              <a:defRPr sz="1800" b="1">
                <a:solidFill>
                  <a:srgbClr val="173A2B"/>
                </a:solidFill>
                <a:latin typeface="Arial"/>
                <a:ea typeface="Arial"/>
                <a:cs typeface="Arial"/>
              </a:defRPr>
            </a:defPPr>
            <a:lvl1pPr algn="ctr">
              <a:defRPr sz="1800" b="1">
                <a:solidFill>
                  <a:srgbClr val="173A2B"/>
                </a:solidFill>
                <a:latin typeface="Arial"/>
                <a:ea typeface="Arial"/>
                <a:cs typeface="Arial"/>
              </a:defRPr>
            </a:lvl1pPr>
            <a:lvl2pPr algn="ctr">
              <a:defRPr sz="1800" b="1">
                <a:solidFill>
                  <a:srgbClr val="173A2B"/>
                </a:solidFill>
                <a:latin typeface="Arial"/>
                <a:ea typeface="Arial"/>
                <a:cs typeface="Arial"/>
              </a:defRPr>
            </a:lvl2pPr>
            <a:lvl3pPr algn="ctr">
              <a:defRPr sz="1800" b="1">
                <a:solidFill>
                  <a:srgbClr val="173A2B"/>
                </a:solidFill>
                <a:latin typeface="Arial"/>
                <a:ea typeface="Arial"/>
                <a:cs typeface="Arial"/>
              </a:defRPr>
            </a:lvl3pPr>
            <a:lvl4pPr algn="ctr">
              <a:defRPr sz="1800" b="1">
                <a:solidFill>
                  <a:srgbClr val="173A2B"/>
                </a:solidFill>
                <a:latin typeface="Arial"/>
                <a:ea typeface="Arial"/>
                <a:cs typeface="Arial"/>
              </a:defRPr>
            </a:lvl4pPr>
            <a:lvl5pPr algn="ctr">
              <a:defRPr sz="1800" b="1">
                <a:solidFill>
                  <a:srgbClr val="173A2B"/>
                </a:solidFill>
                <a:latin typeface="Arial"/>
                <a:ea typeface="Arial"/>
                <a:cs typeface="Arial"/>
              </a:defRPr>
            </a:lvl5pPr>
            <a:lvl6pPr algn="ctr">
              <a:defRPr sz="1800" b="1">
                <a:solidFill>
                  <a:srgbClr val="173A2B"/>
                </a:solidFill>
                <a:latin typeface="Arial"/>
                <a:ea typeface="Arial"/>
                <a:cs typeface="Arial"/>
              </a:defRPr>
            </a:lvl6pPr>
            <a:lvl7pPr algn="ctr">
              <a:defRPr sz="1800" b="1">
                <a:solidFill>
                  <a:srgbClr val="173A2B"/>
                </a:solidFill>
                <a:latin typeface="Arial"/>
                <a:ea typeface="Arial"/>
                <a:cs typeface="Arial"/>
              </a:defRPr>
            </a:lvl7pPr>
            <a:lvl8pPr algn="ctr">
              <a:defRPr sz="1800" b="1">
                <a:solidFill>
                  <a:srgbClr val="173A2B"/>
                </a:solidFill>
                <a:latin typeface="Arial"/>
                <a:ea typeface="Arial"/>
                <a:cs typeface="Arial"/>
              </a:defRPr>
            </a:lvl8pPr>
            <a:lvl9pPr algn="ctr">
              <a:defRPr sz="1800" b="1">
                <a:solidFill>
                  <a:srgbClr val="173A2B"/>
                </a:solidFill>
                <a:latin typeface="Arial"/>
                <a:ea typeface="Arial"/>
                <a:cs typeface="Arial"/>
              </a:defRPr>
            </a:lvl9pPr>
          </a:lstStyle>
          <a:p>
            <a:pPr algn="ctr">
              <a:defRPr sz="1800" b="1">
                <a:solidFill>
                  <a:srgbClr val="173A2B"/>
                </a:solidFill>
                <a:latin typeface="Arial"/>
                <a:ea typeface="Arial"/>
                <a:cs typeface="Arial"/>
              </a:defRPr>
            </a:pPr>
            <a:r>
              <a:rPr sz="1800" b="1">
                <a:solidFill>
                  <a:srgbClr val="173A2B"/>
                </a:solidFill>
                <a:latin typeface="Arial"/>
                <a:ea typeface="Arial"/>
                <a:cs typeface="Arial"/>
              </a:rPr>
              <a:t>Datos y</a:t>
            </a:r>
          </a:p>
          <a:p>
            <a:pPr algn="ctr">
              <a:defRPr sz="1800" b="1">
                <a:solidFill>
                  <a:srgbClr val="173A2B"/>
                </a:solidFill>
                <a:latin typeface="Arial"/>
                <a:ea typeface="Arial"/>
                <a:cs typeface="Arial"/>
              </a:defRPr>
            </a:pPr>
            <a:r>
              <a:rPr sz="1800" b="1">
                <a:solidFill>
                  <a:srgbClr val="173A2B"/>
                </a:solidFill>
                <a:latin typeface="Arial"/>
                <a:ea typeface="Arial"/>
                <a:cs typeface="Arial"/>
              </a:rPr>
              <a:t>cajas</a:t>
            </a:r>
          </a:p>
        </p:txBody>
      </p:sp>
      <p:sp>
        <p:nvSpPr>
          <p:cNvPr id="5" name="Rectángulo 4">
            <a:extLst>
              <a:ext uri="{FF2B5EF4-FFF2-40B4-BE49-F238E27FC236}">
                <a16:creationId xmlns:a16="http://schemas.microsoft.com/office/drawing/2014/main" id="{2BC54E1F-5933-46A7-8008-373AA8686B4E}"/>
              </a:ext>
            </a:extLst>
          </p:cNvPr>
          <p:cNvSpPr>
            <a:spLocks noGrp="1"/>
          </p:cNvSpPr>
          <p:nvPr/>
        </p:nvSpPr>
        <p:spPr>
          <a:xfrm>
            <a:off x="2819400" y="1885950"/>
            <a:ext cx="1905000" cy="990600"/>
          </a:xfrm>
          <a:prstGeom prst="rect">
            <a:avLst/>
          </a:prstGeom>
          <a:solidFill>
            <a:srgbClr val="E9EEE7"/>
          </a:solidFill>
          <a:ln w="9525">
            <a:solidFill>
              <a:srgbClr val="D9DFD8"/>
            </a:solidFill>
            <a:prstDash val="solid"/>
          </a:ln>
        </p:spPr>
        <p:txBody>
          <a:bodyPr anchor="ctr"/>
          <a:lstStyle>
            <a:defPPr algn="ctr">
              <a:defRPr sz="1800" b="1">
                <a:solidFill>
                  <a:srgbClr val="173A2B"/>
                </a:solidFill>
                <a:latin typeface="Arial"/>
                <a:ea typeface="Arial"/>
                <a:cs typeface="Arial"/>
              </a:defRPr>
            </a:defPPr>
            <a:lvl1pPr algn="ctr">
              <a:defRPr sz="1800" b="1">
                <a:solidFill>
                  <a:srgbClr val="173A2B"/>
                </a:solidFill>
                <a:latin typeface="Arial"/>
                <a:ea typeface="Arial"/>
                <a:cs typeface="Arial"/>
              </a:defRPr>
            </a:lvl1pPr>
            <a:lvl2pPr algn="ctr">
              <a:defRPr sz="1800" b="1">
                <a:solidFill>
                  <a:srgbClr val="173A2B"/>
                </a:solidFill>
                <a:latin typeface="Arial"/>
                <a:ea typeface="Arial"/>
                <a:cs typeface="Arial"/>
              </a:defRPr>
            </a:lvl2pPr>
            <a:lvl3pPr algn="ctr">
              <a:defRPr sz="1800" b="1">
                <a:solidFill>
                  <a:srgbClr val="173A2B"/>
                </a:solidFill>
                <a:latin typeface="Arial"/>
                <a:ea typeface="Arial"/>
                <a:cs typeface="Arial"/>
              </a:defRPr>
            </a:lvl3pPr>
            <a:lvl4pPr algn="ctr">
              <a:defRPr sz="1800" b="1">
                <a:solidFill>
                  <a:srgbClr val="173A2B"/>
                </a:solidFill>
                <a:latin typeface="Arial"/>
                <a:ea typeface="Arial"/>
                <a:cs typeface="Arial"/>
              </a:defRPr>
            </a:lvl4pPr>
            <a:lvl5pPr algn="ctr">
              <a:defRPr sz="1800" b="1">
                <a:solidFill>
                  <a:srgbClr val="173A2B"/>
                </a:solidFill>
                <a:latin typeface="Arial"/>
                <a:ea typeface="Arial"/>
                <a:cs typeface="Arial"/>
              </a:defRPr>
            </a:lvl5pPr>
            <a:lvl6pPr algn="ctr">
              <a:defRPr sz="1800" b="1">
                <a:solidFill>
                  <a:srgbClr val="173A2B"/>
                </a:solidFill>
                <a:latin typeface="Arial"/>
                <a:ea typeface="Arial"/>
                <a:cs typeface="Arial"/>
              </a:defRPr>
            </a:lvl6pPr>
            <a:lvl7pPr algn="ctr">
              <a:defRPr sz="1800" b="1">
                <a:solidFill>
                  <a:srgbClr val="173A2B"/>
                </a:solidFill>
                <a:latin typeface="Arial"/>
                <a:ea typeface="Arial"/>
                <a:cs typeface="Arial"/>
              </a:defRPr>
            </a:lvl7pPr>
            <a:lvl8pPr algn="ctr">
              <a:defRPr sz="1800" b="1">
                <a:solidFill>
                  <a:srgbClr val="173A2B"/>
                </a:solidFill>
                <a:latin typeface="Arial"/>
                <a:ea typeface="Arial"/>
                <a:cs typeface="Arial"/>
              </a:defRPr>
            </a:lvl8pPr>
            <a:lvl9pPr algn="ctr">
              <a:defRPr sz="1800" b="1">
                <a:solidFill>
                  <a:srgbClr val="173A2B"/>
                </a:solidFill>
                <a:latin typeface="Arial"/>
                <a:ea typeface="Arial"/>
                <a:cs typeface="Arial"/>
              </a:defRPr>
            </a:lvl9pPr>
          </a:lstStyle>
          <a:p>
            <a:pPr algn="ctr">
              <a:defRPr sz="1800" b="1">
                <a:solidFill>
                  <a:srgbClr val="173A2B"/>
                </a:solidFill>
                <a:latin typeface="Arial"/>
                <a:ea typeface="Arial"/>
                <a:cs typeface="Arial"/>
              </a:defRPr>
            </a:pPr>
            <a:r>
              <a:rPr sz="1800" b="1">
                <a:solidFill>
                  <a:srgbClr val="173A2B"/>
                </a:solidFill>
                <a:latin typeface="Arial"/>
                <a:ea typeface="Arial"/>
                <a:cs typeface="Arial"/>
              </a:rPr>
              <a:t>Recorte y</a:t>
            </a:r>
          </a:p>
          <a:p>
            <a:pPr algn="ctr">
              <a:defRPr sz="1800" b="1">
                <a:solidFill>
                  <a:srgbClr val="173A2B"/>
                </a:solidFill>
                <a:latin typeface="Arial"/>
                <a:ea typeface="Arial"/>
                <a:cs typeface="Arial"/>
              </a:defRPr>
            </a:pPr>
            <a:r>
              <a:rPr sz="1800" b="1">
                <a:solidFill>
                  <a:srgbClr val="173A2B"/>
                </a:solidFill>
                <a:latin typeface="Arial"/>
                <a:ea typeface="Arial"/>
                <a:cs typeface="Arial"/>
              </a:rPr>
              <a:t>96 × 96</a:t>
            </a:r>
          </a:p>
        </p:txBody>
      </p:sp>
      <p:sp>
        <p:nvSpPr>
          <p:cNvPr id="6" name="Rectángulo 5">
            <a:extLst>
              <a:ext uri="{FF2B5EF4-FFF2-40B4-BE49-F238E27FC236}">
                <a16:creationId xmlns:a16="http://schemas.microsoft.com/office/drawing/2014/main" id="{E324D30E-56BE-46BA-A849-CD36010EEF4C}"/>
              </a:ext>
            </a:extLst>
          </p:cNvPr>
          <p:cNvSpPr>
            <a:spLocks noGrp="1"/>
          </p:cNvSpPr>
          <p:nvPr/>
        </p:nvSpPr>
        <p:spPr>
          <a:xfrm>
            <a:off x="5029200" y="1885950"/>
            <a:ext cx="1905000" cy="990600"/>
          </a:xfrm>
          <a:prstGeom prst="rect">
            <a:avLst/>
          </a:prstGeom>
          <a:solidFill>
            <a:srgbClr val="E9EEE7"/>
          </a:solidFill>
          <a:ln w="9525">
            <a:solidFill>
              <a:srgbClr val="D9DFD8"/>
            </a:solidFill>
            <a:prstDash val="solid"/>
          </a:ln>
        </p:spPr>
        <p:txBody>
          <a:bodyPr anchor="ctr"/>
          <a:lstStyle>
            <a:defPPr algn="ctr">
              <a:defRPr sz="1800" b="1">
                <a:solidFill>
                  <a:srgbClr val="173A2B"/>
                </a:solidFill>
                <a:latin typeface="Arial"/>
                <a:ea typeface="Arial"/>
                <a:cs typeface="Arial"/>
              </a:defRPr>
            </a:defPPr>
            <a:lvl1pPr algn="ctr">
              <a:defRPr sz="1800" b="1">
                <a:solidFill>
                  <a:srgbClr val="173A2B"/>
                </a:solidFill>
                <a:latin typeface="Arial"/>
                <a:ea typeface="Arial"/>
                <a:cs typeface="Arial"/>
              </a:defRPr>
            </a:lvl1pPr>
            <a:lvl2pPr algn="ctr">
              <a:defRPr sz="1800" b="1">
                <a:solidFill>
                  <a:srgbClr val="173A2B"/>
                </a:solidFill>
                <a:latin typeface="Arial"/>
                <a:ea typeface="Arial"/>
                <a:cs typeface="Arial"/>
              </a:defRPr>
            </a:lvl2pPr>
            <a:lvl3pPr algn="ctr">
              <a:defRPr sz="1800" b="1">
                <a:solidFill>
                  <a:srgbClr val="173A2B"/>
                </a:solidFill>
                <a:latin typeface="Arial"/>
                <a:ea typeface="Arial"/>
                <a:cs typeface="Arial"/>
              </a:defRPr>
            </a:lvl3pPr>
            <a:lvl4pPr algn="ctr">
              <a:defRPr sz="1800" b="1">
                <a:solidFill>
                  <a:srgbClr val="173A2B"/>
                </a:solidFill>
                <a:latin typeface="Arial"/>
                <a:ea typeface="Arial"/>
                <a:cs typeface="Arial"/>
              </a:defRPr>
            </a:lvl4pPr>
            <a:lvl5pPr algn="ctr">
              <a:defRPr sz="1800" b="1">
                <a:solidFill>
                  <a:srgbClr val="173A2B"/>
                </a:solidFill>
                <a:latin typeface="Arial"/>
                <a:ea typeface="Arial"/>
                <a:cs typeface="Arial"/>
              </a:defRPr>
            </a:lvl5pPr>
            <a:lvl6pPr algn="ctr">
              <a:defRPr sz="1800" b="1">
                <a:solidFill>
                  <a:srgbClr val="173A2B"/>
                </a:solidFill>
                <a:latin typeface="Arial"/>
                <a:ea typeface="Arial"/>
                <a:cs typeface="Arial"/>
              </a:defRPr>
            </a:lvl6pPr>
            <a:lvl7pPr algn="ctr">
              <a:defRPr sz="1800" b="1">
                <a:solidFill>
                  <a:srgbClr val="173A2B"/>
                </a:solidFill>
                <a:latin typeface="Arial"/>
                <a:ea typeface="Arial"/>
                <a:cs typeface="Arial"/>
              </a:defRPr>
            </a:lvl7pPr>
            <a:lvl8pPr algn="ctr">
              <a:defRPr sz="1800" b="1">
                <a:solidFill>
                  <a:srgbClr val="173A2B"/>
                </a:solidFill>
                <a:latin typeface="Arial"/>
                <a:ea typeface="Arial"/>
                <a:cs typeface="Arial"/>
              </a:defRPr>
            </a:lvl8pPr>
            <a:lvl9pPr algn="ctr">
              <a:defRPr sz="1800" b="1">
                <a:solidFill>
                  <a:srgbClr val="173A2B"/>
                </a:solidFill>
                <a:latin typeface="Arial"/>
                <a:ea typeface="Arial"/>
                <a:cs typeface="Arial"/>
              </a:defRPr>
            </a:lvl9pPr>
          </a:lstStyle>
          <a:p>
            <a:pPr algn="ctr">
              <a:defRPr sz="1800" b="1">
                <a:solidFill>
                  <a:srgbClr val="173A2B"/>
                </a:solidFill>
                <a:latin typeface="Arial"/>
                <a:ea typeface="Arial"/>
                <a:cs typeface="Arial"/>
              </a:defRPr>
            </a:pPr>
            <a:r>
              <a:rPr sz="1800" b="1">
                <a:solidFill>
                  <a:srgbClr val="173A2B"/>
                </a:solidFill>
                <a:latin typeface="Arial"/>
                <a:ea typeface="Arial"/>
                <a:cs typeface="Arial"/>
              </a:rPr>
              <a:t>HOG</a:t>
            </a:r>
          </a:p>
          <a:p>
            <a:pPr algn="ctr">
              <a:defRPr sz="1800" b="1">
                <a:solidFill>
                  <a:srgbClr val="173A2B"/>
                </a:solidFill>
                <a:latin typeface="Arial"/>
                <a:ea typeface="Arial"/>
                <a:cs typeface="Arial"/>
              </a:defRPr>
            </a:pPr>
            <a:r>
              <a:rPr sz="1800" b="1">
                <a:solidFill>
                  <a:srgbClr val="173A2B"/>
                </a:solidFill>
                <a:latin typeface="Arial"/>
                <a:ea typeface="Arial"/>
                <a:cs typeface="Arial"/>
              </a:rPr>
              <a:t>y HSV</a:t>
            </a:r>
          </a:p>
        </p:txBody>
      </p:sp>
      <p:sp>
        <p:nvSpPr>
          <p:cNvPr id="7" name="Rectángulo 6">
            <a:extLst>
              <a:ext uri="{FF2B5EF4-FFF2-40B4-BE49-F238E27FC236}">
                <a16:creationId xmlns:a16="http://schemas.microsoft.com/office/drawing/2014/main" id="{88C405C6-4B88-463B-9F60-0F788756E8CB}"/>
              </a:ext>
            </a:extLst>
          </p:cNvPr>
          <p:cNvSpPr>
            <a:spLocks noGrp="1"/>
          </p:cNvSpPr>
          <p:nvPr/>
        </p:nvSpPr>
        <p:spPr>
          <a:xfrm>
            <a:off x="7239000" y="1885950"/>
            <a:ext cx="1905000" cy="990600"/>
          </a:xfrm>
          <a:prstGeom prst="rect">
            <a:avLst/>
          </a:prstGeom>
          <a:solidFill>
            <a:srgbClr val="E9EEE7"/>
          </a:solidFill>
          <a:ln w="9525">
            <a:solidFill>
              <a:srgbClr val="D9DFD8"/>
            </a:solidFill>
            <a:prstDash val="solid"/>
          </a:ln>
        </p:spPr>
        <p:txBody>
          <a:bodyPr anchor="ctr"/>
          <a:lstStyle>
            <a:defPPr algn="ctr">
              <a:defRPr sz="1800" b="1">
                <a:solidFill>
                  <a:srgbClr val="173A2B"/>
                </a:solidFill>
                <a:latin typeface="Arial"/>
                <a:ea typeface="Arial"/>
                <a:cs typeface="Arial"/>
              </a:defRPr>
            </a:defPPr>
            <a:lvl1pPr algn="ctr">
              <a:defRPr sz="1800" b="1">
                <a:solidFill>
                  <a:srgbClr val="173A2B"/>
                </a:solidFill>
                <a:latin typeface="Arial"/>
                <a:ea typeface="Arial"/>
                <a:cs typeface="Arial"/>
              </a:defRPr>
            </a:lvl1pPr>
            <a:lvl2pPr algn="ctr">
              <a:defRPr sz="1800" b="1">
                <a:solidFill>
                  <a:srgbClr val="173A2B"/>
                </a:solidFill>
                <a:latin typeface="Arial"/>
                <a:ea typeface="Arial"/>
                <a:cs typeface="Arial"/>
              </a:defRPr>
            </a:lvl2pPr>
            <a:lvl3pPr algn="ctr">
              <a:defRPr sz="1800" b="1">
                <a:solidFill>
                  <a:srgbClr val="173A2B"/>
                </a:solidFill>
                <a:latin typeface="Arial"/>
                <a:ea typeface="Arial"/>
                <a:cs typeface="Arial"/>
              </a:defRPr>
            </a:lvl3pPr>
            <a:lvl4pPr algn="ctr">
              <a:defRPr sz="1800" b="1">
                <a:solidFill>
                  <a:srgbClr val="173A2B"/>
                </a:solidFill>
                <a:latin typeface="Arial"/>
                <a:ea typeface="Arial"/>
                <a:cs typeface="Arial"/>
              </a:defRPr>
            </a:lvl4pPr>
            <a:lvl5pPr algn="ctr">
              <a:defRPr sz="1800" b="1">
                <a:solidFill>
                  <a:srgbClr val="173A2B"/>
                </a:solidFill>
                <a:latin typeface="Arial"/>
                <a:ea typeface="Arial"/>
                <a:cs typeface="Arial"/>
              </a:defRPr>
            </a:lvl5pPr>
            <a:lvl6pPr algn="ctr">
              <a:defRPr sz="1800" b="1">
                <a:solidFill>
                  <a:srgbClr val="173A2B"/>
                </a:solidFill>
                <a:latin typeface="Arial"/>
                <a:ea typeface="Arial"/>
                <a:cs typeface="Arial"/>
              </a:defRPr>
            </a:lvl6pPr>
            <a:lvl7pPr algn="ctr">
              <a:defRPr sz="1800" b="1">
                <a:solidFill>
                  <a:srgbClr val="173A2B"/>
                </a:solidFill>
                <a:latin typeface="Arial"/>
                <a:ea typeface="Arial"/>
                <a:cs typeface="Arial"/>
              </a:defRPr>
            </a:lvl7pPr>
            <a:lvl8pPr algn="ctr">
              <a:defRPr sz="1800" b="1">
                <a:solidFill>
                  <a:srgbClr val="173A2B"/>
                </a:solidFill>
                <a:latin typeface="Arial"/>
                <a:ea typeface="Arial"/>
                <a:cs typeface="Arial"/>
              </a:defRPr>
            </a:lvl8pPr>
            <a:lvl9pPr algn="ctr">
              <a:defRPr sz="1800" b="1">
                <a:solidFill>
                  <a:srgbClr val="173A2B"/>
                </a:solidFill>
                <a:latin typeface="Arial"/>
                <a:ea typeface="Arial"/>
                <a:cs typeface="Arial"/>
              </a:defRPr>
            </a:lvl9pPr>
          </a:lstStyle>
          <a:p>
            <a:pPr algn="ctr">
              <a:defRPr sz="1800" b="1">
                <a:solidFill>
                  <a:srgbClr val="173A2B"/>
                </a:solidFill>
                <a:latin typeface="Arial"/>
                <a:ea typeface="Arial"/>
                <a:cs typeface="Arial"/>
              </a:defRPr>
            </a:pPr>
            <a:r>
              <a:rPr sz="1800" b="1">
                <a:solidFill>
                  <a:srgbClr val="173A2B"/>
                </a:solidFill>
                <a:latin typeface="Arial"/>
                <a:ea typeface="Arial"/>
                <a:cs typeface="Arial"/>
              </a:rPr>
              <a:t>Tres</a:t>
            </a:r>
          </a:p>
          <a:p>
            <a:pPr algn="ctr">
              <a:defRPr sz="1800" b="1">
                <a:solidFill>
                  <a:srgbClr val="173A2B"/>
                </a:solidFill>
                <a:latin typeface="Arial"/>
                <a:ea typeface="Arial"/>
                <a:cs typeface="Arial"/>
              </a:defRPr>
            </a:pPr>
            <a:r>
              <a:rPr sz="1800" b="1">
                <a:solidFill>
                  <a:srgbClr val="173A2B"/>
                </a:solidFill>
                <a:latin typeface="Arial"/>
                <a:ea typeface="Arial"/>
                <a:cs typeface="Arial"/>
              </a:rPr>
              <a:t>modelos</a:t>
            </a:r>
          </a:p>
        </p:txBody>
      </p:sp>
      <p:sp>
        <p:nvSpPr>
          <p:cNvPr id="8" name="Rectángulo 7">
            <a:extLst>
              <a:ext uri="{FF2B5EF4-FFF2-40B4-BE49-F238E27FC236}">
                <a16:creationId xmlns:a16="http://schemas.microsoft.com/office/drawing/2014/main" id="{9E86613B-65BB-4DF5-8236-43CA4F637162}"/>
              </a:ext>
            </a:extLst>
          </p:cNvPr>
          <p:cNvSpPr>
            <a:spLocks noGrp="1"/>
          </p:cNvSpPr>
          <p:nvPr/>
        </p:nvSpPr>
        <p:spPr>
          <a:xfrm>
            <a:off x="9448800" y="1885950"/>
            <a:ext cx="1905000" cy="990600"/>
          </a:xfrm>
          <a:prstGeom prst="rect">
            <a:avLst/>
          </a:prstGeom>
          <a:solidFill>
            <a:srgbClr val="E9EEE7"/>
          </a:solidFill>
          <a:ln w="9525">
            <a:solidFill>
              <a:srgbClr val="D9DFD8"/>
            </a:solidFill>
            <a:prstDash val="solid"/>
          </a:ln>
        </p:spPr>
        <p:txBody>
          <a:bodyPr anchor="ctr"/>
          <a:lstStyle>
            <a:defPPr algn="ctr">
              <a:defRPr sz="1800" b="1">
                <a:solidFill>
                  <a:srgbClr val="173A2B"/>
                </a:solidFill>
                <a:latin typeface="Arial"/>
                <a:ea typeface="Arial"/>
                <a:cs typeface="Arial"/>
              </a:defRPr>
            </a:defPPr>
            <a:lvl1pPr algn="ctr">
              <a:defRPr sz="1800" b="1">
                <a:solidFill>
                  <a:srgbClr val="173A2B"/>
                </a:solidFill>
                <a:latin typeface="Arial"/>
                <a:ea typeface="Arial"/>
                <a:cs typeface="Arial"/>
              </a:defRPr>
            </a:lvl1pPr>
            <a:lvl2pPr algn="ctr">
              <a:defRPr sz="1800" b="1">
                <a:solidFill>
                  <a:srgbClr val="173A2B"/>
                </a:solidFill>
                <a:latin typeface="Arial"/>
                <a:ea typeface="Arial"/>
                <a:cs typeface="Arial"/>
              </a:defRPr>
            </a:lvl2pPr>
            <a:lvl3pPr algn="ctr">
              <a:defRPr sz="1800" b="1">
                <a:solidFill>
                  <a:srgbClr val="173A2B"/>
                </a:solidFill>
                <a:latin typeface="Arial"/>
                <a:ea typeface="Arial"/>
                <a:cs typeface="Arial"/>
              </a:defRPr>
            </a:lvl3pPr>
            <a:lvl4pPr algn="ctr">
              <a:defRPr sz="1800" b="1">
                <a:solidFill>
                  <a:srgbClr val="173A2B"/>
                </a:solidFill>
                <a:latin typeface="Arial"/>
                <a:ea typeface="Arial"/>
                <a:cs typeface="Arial"/>
              </a:defRPr>
            </a:lvl4pPr>
            <a:lvl5pPr algn="ctr">
              <a:defRPr sz="1800" b="1">
                <a:solidFill>
                  <a:srgbClr val="173A2B"/>
                </a:solidFill>
                <a:latin typeface="Arial"/>
                <a:ea typeface="Arial"/>
                <a:cs typeface="Arial"/>
              </a:defRPr>
            </a:lvl5pPr>
            <a:lvl6pPr algn="ctr">
              <a:defRPr sz="1800" b="1">
                <a:solidFill>
                  <a:srgbClr val="173A2B"/>
                </a:solidFill>
                <a:latin typeface="Arial"/>
                <a:ea typeface="Arial"/>
                <a:cs typeface="Arial"/>
              </a:defRPr>
            </a:lvl6pPr>
            <a:lvl7pPr algn="ctr">
              <a:defRPr sz="1800" b="1">
                <a:solidFill>
                  <a:srgbClr val="173A2B"/>
                </a:solidFill>
                <a:latin typeface="Arial"/>
                <a:ea typeface="Arial"/>
                <a:cs typeface="Arial"/>
              </a:defRPr>
            </a:lvl7pPr>
            <a:lvl8pPr algn="ctr">
              <a:defRPr sz="1800" b="1">
                <a:solidFill>
                  <a:srgbClr val="173A2B"/>
                </a:solidFill>
                <a:latin typeface="Arial"/>
                <a:ea typeface="Arial"/>
                <a:cs typeface="Arial"/>
              </a:defRPr>
            </a:lvl8pPr>
            <a:lvl9pPr algn="ctr">
              <a:defRPr sz="1800" b="1">
                <a:solidFill>
                  <a:srgbClr val="173A2B"/>
                </a:solidFill>
                <a:latin typeface="Arial"/>
                <a:ea typeface="Arial"/>
                <a:cs typeface="Arial"/>
              </a:defRPr>
            </a:lvl9pPr>
          </a:lstStyle>
          <a:p>
            <a:pPr algn="ctr">
              <a:defRPr sz="1800" b="1">
                <a:solidFill>
                  <a:srgbClr val="173A2B"/>
                </a:solidFill>
                <a:latin typeface="Arial"/>
                <a:ea typeface="Arial"/>
                <a:cs typeface="Arial"/>
              </a:defRPr>
            </a:pPr>
            <a:r>
              <a:rPr sz="1800" b="1">
                <a:solidFill>
                  <a:srgbClr val="173A2B"/>
                </a:solidFill>
                <a:latin typeface="Arial"/>
                <a:ea typeface="Arial"/>
                <a:cs typeface="Arial"/>
              </a:rPr>
              <a:t>Ajuste y</a:t>
            </a:r>
          </a:p>
          <a:p>
            <a:pPr algn="ctr">
              <a:defRPr sz="1800" b="1">
                <a:solidFill>
                  <a:srgbClr val="173A2B"/>
                </a:solidFill>
                <a:latin typeface="Arial"/>
                <a:ea typeface="Arial"/>
                <a:cs typeface="Arial"/>
              </a:defRPr>
            </a:pPr>
            <a:r>
              <a:rPr sz="1800" b="1">
                <a:solidFill>
                  <a:srgbClr val="173A2B"/>
                </a:solidFill>
                <a:latin typeface="Arial"/>
                <a:ea typeface="Arial"/>
                <a:cs typeface="Arial"/>
              </a:rPr>
              <a:t>prueba</a:t>
            </a:r>
          </a:p>
        </p:txBody>
      </p:sp>
      <p:sp>
        <p:nvSpPr>
          <p:cNvPr id="13" name="Rectángulo 12">
            <a:extLst>
              <a:ext uri="{FF2B5EF4-FFF2-40B4-BE49-F238E27FC236}">
                <a16:creationId xmlns:a16="http://schemas.microsoft.com/office/drawing/2014/main" id="{D4CB1F24-0415-4D01-9A8D-3E9791A451C9}"/>
              </a:ext>
            </a:extLst>
          </p:cNvPr>
          <p:cNvSpPr>
            <a:spLocks noGrp="1"/>
          </p:cNvSpPr>
          <p:nvPr/>
        </p:nvSpPr>
        <p:spPr>
          <a:xfrm>
            <a:off x="609600" y="3124200"/>
            <a:ext cx="10572750" cy="685800"/>
          </a:xfrm>
          <a:prstGeom prst="rect">
            <a:avLst/>
          </a:prstGeom>
          <a:noFill/>
          <a:ln w="0">
            <a:noFill/>
          </a:ln>
        </p:spPr>
        <p:txBody>
          <a:bodyPr/>
          <a:lstStyle>
            <a:defPPr>
              <a:defRPr sz="2025">
                <a:solidFill>
                  <a:srgbClr val="25332C"/>
                </a:solidFill>
                <a:latin typeface="Arial"/>
                <a:ea typeface="Arial"/>
                <a:cs typeface="Arial"/>
              </a:defRPr>
            </a:defPPr>
            <a:lvl1pPr>
              <a:defRPr sz="2025">
                <a:solidFill>
                  <a:srgbClr val="25332C"/>
                </a:solidFill>
                <a:latin typeface="Arial"/>
                <a:ea typeface="Arial"/>
                <a:cs typeface="Arial"/>
              </a:defRPr>
            </a:lvl1pPr>
            <a:lvl2pPr>
              <a:defRPr sz="2025">
                <a:solidFill>
                  <a:srgbClr val="25332C"/>
                </a:solidFill>
                <a:latin typeface="Arial"/>
                <a:ea typeface="Arial"/>
                <a:cs typeface="Arial"/>
              </a:defRPr>
            </a:lvl2pPr>
            <a:lvl3pPr>
              <a:defRPr sz="2025">
                <a:solidFill>
                  <a:srgbClr val="25332C"/>
                </a:solidFill>
                <a:latin typeface="Arial"/>
                <a:ea typeface="Arial"/>
                <a:cs typeface="Arial"/>
              </a:defRPr>
            </a:lvl3pPr>
            <a:lvl4pPr>
              <a:defRPr sz="2025">
                <a:solidFill>
                  <a:srgbClr val="25332C"/>
                </a:solidFill>
                <a:latin typeface="Arial"/>
                <a:ea typeface="Arial"/>
                <a:cs typeface="Arial"/>
              </a:defRPr>
            </a:lvl4pPr>
            <a:lvl5pPr>
              <a:defRPr sz="2025">
                <a:solidFill>
                  <a:srgbClr val="25332C"/>
                </a:solidFill>
                <a:latin typeface="Arial"/>
                <a:ea typeface="Arial"/>
                <a:cs typeface="Arial"/>
              </a:defRPr>
            </a:lvl5pPr>
            <a:lvl6pPr>
              <a:defRPr sz="2025">
                <a:solidFill>
                  <a:srgbClr val="25332C"/>
                </a:solidFill>
                <a:latin typeface="Arial"/>
                <a:ea typeface="Arial"/>
                <a:cs typeface="Arial"/>
              </a:defRPr>
            </a:lvl6pPr>
            <a:lvl7pPr>
              <a:defRPr sz="2025">
                <a:solidFill>
                  <a:srgbClr val="25332C"/>
                </a:solidFill>
                <a:latin typeface="Arial"/>
                <a:ea typeface="Arial"/>
                <a:cs typeface="Arial"/>
              </a:defRPr>
            </a:lvl7pPr>
            <a:lvl8pPr>
              <a:defRPr sz="2025">
                <a:solidFill>
                  <a:srgbClr val="25332C"/>
                </a:solidFill>
                <a:latin typeface="Arial"/>
                <a:ea typeface="Arial"/>
                <a:cs typeface="Arial"/>
              </a:defRPr>
            </a:lvl8pPr>
            <a:lvl9pPr>
              <a:defRPr sz="2025">
                <a:solidFill>
                  <a:srgbClr val="25332C"/>
                </a:solidFill>
                <a:latin typeface="Arial"/>
                <a:ea typeface="Arial"/>
                <a:cs typeface="Arial"/>
              </a:defRPr>
            </a:lvl9pPr>
          </a:lstStyle>
          <a:p>
            <a:pPr>
              <a:defRPr sz="2025">
                <a:solidFill>
                  <a:srgbClr val="25332C"/>
                </a:solidFill>
                <a:latin typeface="Arial"/>
                <a:ea typeface="Arial"/>
                <a:cs typeface="Arial"/>
              </a:defRPr>
            </a:pPr>
            <a:r>
              <a:rPr sz="2025">
                <a:solidFill>
                  <a:srgbClr val="25332C"/>
                </a:solidFill>
                <a:latin typeface="Arial"/>
                <a:ea typeface="Arial"/>
                <a:cs typeface="Arial"/>
              </a:rPr>
              <a:t>modeling.py comparte las características de imagen</a:t>
            </a:r>
          </a:p>
          <a:p>
            <a:pPr>
              <a:defRPr sz="2025">
                <a:solidFill>
                  <a:srgbClr val="25332C"/>
                </a:solidFill>
                <a:latin typeface="Arial"/>
                <a:ea typeface="Arial"/>
                <a:cs typeface="Arial"/>
              </a:defRPr>
            </a:pPr>
            <a:r>
              <a:rPr sz="2025">
                <a:solidFill>
                  <a:srgbClr val="25332C"/>
                </a:solidFill>
                <a:latin typeface="Arial"/>
                <a:ea typeface="Arial"/>
                <a:cs typeface="Arial"/>
              </a:rPr>
              <a:t>train_models.py ajusta y evalúa cada pipeline</a:t>
            </a:r>
          </a:p>
        </p:txBody>
      </p:sp>
      <p:sp>
        <p:nvSpPr>
          <p:cNvPr id="14" name="Rectángulo 13">
            <a:extLst>
              <a:ext uri="{FF2B5EF4-FFF2-40B4-BE49-F238E27FC236}">
                <a16:creationId xmlns:a16="http://schemas.microsoft.com/office/drawing/2014/main" id="{226E4EFF-25FB-465D-94E0-816C399BC8FD}"/>
              </a:ext>
            </a:extLst>
          </p:cNvPr>
          <p:cNvSpPr>
            <a:spLocks noGrp="1"/>
          </p:cNvSpPr>
          <p:nvPr/>
        </p:nvSpPr>
        <p:spPr>
          <a:xfrm>
            <a:off x="609600" y="4171950"/>
            <a:ext cx="4762500" cy="342900"/>
          </a:xfrm>
          <a:prstGeom prst="rect">
            <a:avLst/>
          </a:prstGeom>
          <a:noFill/>
          <a:ln w="0">
            <a:noFill/>
          </a:ln>
        </p:spPr>
        <p:txBody>
          <a:bodyPr/>
          <a:lstStyle>
            <a:defPPr>
              <a:defRPr sz="1575" b="1">
                <a:solidFill>
                  <a:srgbClr val="C3913C"/>
                </a:solidFill>
                <a:latin typeface="Arial"/>
                <a:ea typeface="Arial"/>
                <a:cs typeface="Arial"/>
              </a:defRPr>
            </a:defPPr>
            <a:lvl1pPr>
              <a:defRPr sz="1575" b="1">
                <a:solidFill>
                  <a:srgbClr val="C3913C"/>
                </a:solidFill>
                <a:latin typeface="Arial"/>
                <a:ea typeface="Arial"/>
                <a:cs typeface="Arial"/>
              </a:defRPr>
            </a:lvl1pPr>
            <a:lvl2pPr>
              <a:defRPr sz="1575" b="1">
                <a:solidFill>
                  <a:srgbClr val="C3913C"/>
                </a:solidFill>
                <a:latin typeface="Arial"/>
                <a:ea typeface="Arial"/>
                <a:cs typeface="Arial"/>
              </a:defRPr>
            </a:lvl2pPr>
            <a:lvl3pPr>
              <a:defRPr sz="1575" b="1">
                <a:solidFill>
                  <a:srgbClr val="C3913C"/>
                </a:solidFill>
                <a:latin typeface="Arial"/>
                <a:ea typeface="Arial"/>
                <a:cs typeface="Arial"/>
              </a:defRPr>
            </a:lvl3pPr>
            <a:lvl4pPr>
              <a:defRPr sz="1575" b="1">
                <a:solidFill>
                  <a:srgbClr val="C3913C"/>
                </a:solidFill>
                <a:latin typeface="Arial"/>
                <a:ea typeface="Arial"/>
                <a:cs typeface="Arial"/>
              </a:defRPr>
            </a:lvl4pPr>
            <a:lvl5pPr>
              <a:defRPr sz="1575" b="1">
                <a:solidFill>
                  <a:srgbClr val="C3913C"/>
                </a:solidFill>
                <a:latin typeface="Arial"/>
                <a:ea typeface="Arial"/>
                <a:cs typeface="Arial"/>
              </a:defRPr>
            </a:lvl5pPr>
            <a:lvl6pPr>
              <a:defRPr sz="1575" b="1">
                <a:solidFill>
                  <a:srgbClr val="C3913C"/>
                </a:solidFill>
                <a:latin typeface="Arial"/>
                <a:ea typeface="Arial"/>
                <a:cs typeface="Arial"/>
              </a:defRPr>
            </a:lvl6pPr>
            <a:lvl7pPr>
              <a:defRPr sz="1575" b="1">
                <a:solidFill>
                  <a:srgbClr val="C3913C"/>
                </a:solidFill>
                <a:latin typeface="Arial"/>
                <a:ea typeface="Arial"/>
                <a:cs typeface="Arial"/>
              </a:defRPr>
            </a:lvl7pPr>
            <a:lvl8pPr>
              <a:defRPr sz="1575" b="1">
                <a:solidFill>
                  <a:srgbClr val="C3913C"/>
                </a:solidFill>
                <a:latin typeface="Arial"/>
                <a:ea typeface="Arial"/>
                <a:cs typeface="Arial"/>
              </a:defRPr>
            </a:lvl8pPr>
            <a:lvl9pPr>
              <a:defRPr sz="1575" b="1">
                <a:solidFill>
                  <a:srgbClr val="C3913C"/>
                </a:solidFill>
                <a:latin typeface="Arial"/>
                <a:ea typeface="Arial"/>
                <a:cs typeface="Arial"/>
              </a:defRPr>
            </a:lvl9pPr>
          </a:lstStyle>
          <a:p>
            <a:pPr>
              <a:defRPr sz="1575" b="1">
                <a:solidFill>
                  <a:srgbClr val="C3913C"/>
                </a:solidFill>
                <a:latin typeface="Arial"/>
                <a:ea typeface="Arial"/>
                <a:cs typeface="Arial"/>
              </a:defRPr>
            </a:pPr>
            <a:r>
              <a:rPr sz="1575" b="1">
                <a:solidFill>
                  <a:srgbClr val="C3913C"/>
                </a:solidFill>
                <a:latin typeface="Arial"/>
                <a:ea typeface="Arial"/>
                <a:cs typeface="Arial"/>
              </a:rPr>
              <a:t>INFERENCIA</a:t>
            </a:r>
          </a:p>
        </p:txBody>
      </p:sp>
      <p:sp>
        <p:nvSpPr>
          <p:cNvPr id="15" name="Rectángulo 14">
            <a:extLst>
              <a:ext uri="{FF2B5EF4-FFF2-40B4-BE49-F238E27FC236}">
                <a16:creationId xmlns:a16="http://schemas.microsoft.com/office/drawing/2014/main" id="{76F15E3E-7D8B-42C8-94C2-EFBB973B3C24}"/>
              </a:ext>
            </a:extLst>
          </p:cNvPr>
          <p:cNvSpPr>
            <a:spLocks noGrp="1"/>
          </p:cNvSpPr>
          <p:nvPr/>
        </p:nvSpPr>
        <p:spPr>
          <a:xfrm>
            <a:off x="609600" y="4638675"/>
            <a:ext cx="2143125" cy="895350"/>
          </a:xfrm>
          <a:prstGeom prst="rect">
            <a:avLst/>
          </a:prstGeom>
          <a:solidFill>
            <a:srgbClr val="E9EEE7"/>
          </a:solidFill>
          <a:ln w="9525">
            <a:solidFill>
              <a:srgbClr val="D9DFD8"/>
            </a:solidFill>
            <a:prstDash val="solid"/>
          </a:ln>
        </p:spPr>
        <p:txBody>
          <a:bodyPr anchor="ctr"/>
          <a:lstStyle>
            <a:defPPr algn="ctr">
              <a:defRPr sz="1800" b="1">
                <a:solidFill>
                  <a:srgbClr val="173A2B"/>
                </a:solidFill>
                <a:latin typeface="Arial"/>
                <a:ea typeface="Arial"/>
                <a:cs typeface="Arial"/>
              </a:defRPr>
            </a:defPPr>
            <a:lvl1pPr algn="ctr">
              <a:defRPr sz="1800" b="1">
                <a:solidFill>
                  <a:srgbClr val="173A2B"/>
                </a:solidFill>
                <a:latin typeface="Arial"/>
                <a:ea typeface="Arial"/>
                <a:cs typeface="Arial"/>
              </a:defRPr>
            </a:lvl1pPr>
            <a:lvl2pPr algn="ctr">
              <a:defRPr sz="1800" b="1">
                <a:solidFill>
                  <a:srgbClr val="173A2B"/>
                </a:solidFill>
                <a:latin typeface="Arial"/>
                <a:ea typeface="Arial"/>
                <a:cs typeface="Arial"/>
              </a:defRPr>
            </a:lvl2pPr>
            <a:lvl3pPr algn="ctr">
              <a:defRPr sz="1800" b="1">
                <a:solidFill>
                  <a:srgbClr val="173A2B"/>
                </a:solidFill>
                <a:latin typeface="Arial"/>
                <a:ea typeface="Arial"/>
                <a:cs typeface="Arial"/>
              </a:defRPr>
            </a:lvl3pPr>
            <a:lvl4pPr algn="ctr">
              <a:defRPr sz="1800" b="1">
                <a:solidFill>
                  <a:srgbClr val="173A2B"/>
                </a:solidFill>
                <a:latin typeface="Arial"/>
                <a:ea typeface="Arial"/>
                <a:cs typeface="Arial"/>
              </a:defRPr>
            </a:lvl4pPr>
            <a:lvl5pPr algn="ctr">
              <a:defRPr sz="1800" b="1">
                <a:solidFill>
                  <a:srgbClr val="173A2B"/>
                </a:solidFill>
                <a:latin typeface="Arial"/>
                <a:ea typeface="Arial"/>
                <a:cs typeface="Arial"/>
              </a:defRPr>
            </a:lvl5pPr>
            <a:lvl6pPr algn="ctr">
              <a:defRPr sz="1800" b="1">
                <a:solidFill>
                  <a:srgbClr val="173A2B"/>
                </a:solidFill>
                <a:latin typeface="Arial"/>
                <a:ea typeface="Arial"/>
                <a:cs typeface="Arial"/>
              </a:defRPr>
            </a:lvl6pPr>
            <a:lvl7pPr algn="ctr">
              <a:defRPr sz="1800" b="1">
                <a:solidFill>
                  <a:srgbClr val="173A2B"/>
                </a:solidFill>
                <a:latin typeface="Arial"/>
                <a:ea typeface="Arial"/>
                <a:cs typeface="Arial"/>
              </a:defRPr>
            </a:lvl7pPr>
            <a:lvl8pPr algn="ctr">
              <a:defRPr sz="1800" b="1">
                <a:solidFill>
                  <a:srgbClr val="173A2B"/>
                </a:solidFill>
                <a:latin typeface="Arial"/>
                <a:ea typeface="Arial"/>
                <a:cs typeface="Arial"/>
              </a:defRPr>
            </a:lvl8pPr>
            <a:lvl9pPr algn="ctr">
              <a:defRPr sz="1800" b="1">
                <a:solidFill>
                  <a:srgbClr val="173A2B"/>
                </a:solidFill>
                <a:latin typeface="Arial"/>
                <a:ea typeface="Arial"/>
                <a:cs typeface="Arial"/>
              </a:defRPr>
            </a:lvl9pPr>
          </a:lstStyle>
          <a:p>
            <a:pPr algn="ctr">
              <a:defRPr sz="1800" b="1">
                <a:solidFill>
                  <a:srgbClr val="173A2B"/>
                </a:solidFill>
                <a:latin typeface="Arial"/>
                <a:ea typeface="Arial"/>
                <a:cs typeface="Arial"/>
              </a:defRPr>
            </a:pPr>
            <a:r>
              <a:rPr sz="1800" b="1">
                <a:solidFill>
                  <a:srgbClr val="173A2B"/>
                </a:solidFill>
                <a:latin typeface="Arial"/>
                <a:ea typeface="Arial"/>
                <a:cs typeface="Arial"/>
              </a:rPr>
              <a:t>Foto y región</a:t>
            </a:r>
          </a:p>
          <a:p>
            <a:pPr algn="ctr">
              <a:defRPr sz="1800" b="1">
                <a:solidFill>
                  <a:srgbClr val="173A2B"/>
                </a:solidFill>
                <a:latin typeface="Arial"/>
                <a:ea typeface="Arial"/>
                <a:cs typeface="Arial"/>
              </a:defRPr>
            </a:pPr>
            <a:r>
              <a:rPr sz="1800" b="1">
                <a:solidFill>
                  <a:srgbClr val="173A2B"/>
                </a:solidFill>
                <a:latin typeface="Arial"/>
                <a:ea typeface="Arial"/>
                <a:cs typeface="Arial"/>
              </a:rPr>
              <a:t>manual</a:t>
            </a:r>
          </a:p>
        </p:txBody>
      </p:sp>
      <p:sp>
        <p:nvSpPr>
          <p:cNvPr id="16" name="Rectángulo 15">
            <a:extLst>
              <a:ext uri="{FF2B5EF4-FFF2-40B4-BE49-F238E27FC236}">
                <a16:creationId xmlns:a16="http://schemas.microsoft.com/office/drawing/2014/main" id="{F0542346-E671-4FEB-8C74-42DE287B5682}"/>
              </a:ext>
            </a:extLst>
          </p:cNvPr>
          <p:cNvSpPr>
            <a:spLocks noGrp="1"/>
          </p:cNvSpPr>
          <p:nvPr/>
        </p:nvSpPr>
        <p:spPr>
          <a:xfrm>
            <a:off x="3486150" y="4638675"/>
            <a:ext cx="2143125" cy="895350"/>
          </a:xfrm>
          <a:prstGeom prst="rect">
            <a:avLst/>
          </a:prstGeom>
          <a:solidFill>
            <a:srgbClr val="E9EEE7"/>
          </a:solidFill>
          <a:ln w="9525">
            <a:solidFill>
              <a:srgbClr val="D9DFD8"/>
            </a:solidFill>
            <a:prstDash val="solid"/>
          </a:ln>
        </p:spPr>
        <p:txBody>
          <a:bodyPr anchor="ctr"/>
          <a:lstStyle>
            <a:defPPr algn="ctr">
              <a:defRPr sz="1800" b="1">
                <a:solidFill>
                  <a:srgbClr val="173A2B"/>
                </a:solidFill>
                <a:latin typeface="Arial"/>
                <a:ea typeface="Arial"/>
                <a:cs typeface="Arial"/>
              </a:defRPr>
            </a:defPPr>
            <a:lvl1pPr algn="ctr">
              <a:defRPr sz="1800" b="1">
                <a:solidFill>
                  <a:srgbClr val="173A2B"/>
                </a:solidFill>
                <a:latin typeface="Arial"/>
                <a:ea typeface="Arial"/>
                <a:cs typeface="Arial"/>
              </a:defRPr>
            </a:lvl1pPr>
            <a:lvl2pPr algn="ctr">
              <a:defRPr sz="1800" b="1">
                <a:solidFill>
                  <a:srgbClr val="173A2B"/>
                </a:solidFill>
                <a:latin typeface="Arial"/>
                <a:ea typeface="Arial"/>
                <a:cs typeface="Arial"/>
              </a:defRPr>
            </a:lvl2pPr>
            <a:lvl3pPr algn="ctr">
              <a:defRPr sz="1800" b="1">
                <a:solidFill>
                  <a:srgbClr val="173A2B"/>
                </a:solidFill>
                <a:latin typeface="Arial"/>
                <a:ea typeface="Arial"/>
                <a:cs typeface="Arial"/>
              </a:defRPr>
            </a:lvl3pPr>
            <a:lvl4pPr algn="ctr">
              <a:defRPr sz="1800" b="1">
                <a:solidFill>
                  <a:srgbClr val="173A2B"/>
                </a:solidFill>
                <a:latin typeface="Arial"/>
                <a:ea typeface="Arial"/>
                <a:cs typeface="Arial"/>
              </a:defRPr>
            </a:lvl4pPr>
            <a:lvl5pPr algn="ctr">
              <a:defRPr sz="1800" b="1">
                <a:solidFill>
                  <a:srgbClr val="173A2B"/>
                </a:solidFill>
                <a:latin typeface="Arial"/>
                <a:ea typeface="Arial"/>
                <a:cs typeface="Arial"/>
              </a:defRPr>
            </a:lvl5pPr>
            <a:lvl6pPr algn="ctr">
              <a:defRPr sz="1800" b="1">
                <a:solidFill>
                  <a:srgbClr val="173A2B"/>
                </a:solidFill>
                <a:latin typeface="Arial"/>
                <a:ea typeface="Arial"/>
                <a:cs typeface="Arial"/>
              </a:defRPr>
            </a:lvl6pPr>
            <a:lvl7pPr algn="ctr">
              <a:defRPr sz="1800" b="1">
                <a:solidFill>
                  <a:srgbClr val="173A2B"/>
                </a:solidFill>
                <a:latin typeface="Arial"/>
                <a:ea typeface="Arial"/>
                <a:cs typeface="Arial"/>
              </a:defRPr>
            </a:lvl7pPr>
            <a:lvl8pPr algn="ctr">
              <a:defRPr sz="1800" b="1">
                <a:solidFill>
                  <a:srgbClr val="173A2B"/>
                </a:solidFill>
                <a:latin typeface="Arial"/>
                <a:ea typeface="Arial"/>
                <a:cs typeface="Arial"/>
              </a:defRPr>
            </a:lvl8pPr>
            <a:lvl9pPr algn="ctr">
              <a:defRPr sz="1800" b="1">
                <a:solidFill>
                  <a:srgbClr val="173A2B"/>
                </a:solidFill>
                <a:latin typeface="Arial"/>
                <a:ea typeface="Arial"/>
                <a:cs typeface="Arial"/>
              </a:defRPr>
            </a:lvl9pPr>
          </a:lstStyle>
          <a:p>
            <a:pPr algn="ctr">
              <a:defRPr sz="1800" b="1">
                <a:solidFill>
                  <a:srgbClr val="173A2B"/>
                </a:solidFill>
                <a:latin typeface="Arial"/>
                <a:ea typeface="Arial"/>
                <a:cs typeface="Arial"/>
              </a:defRPr>
            </a:pPr>
            <a:r>
              <a:rPr sz="1800" b="1">
                <a:solidFill>
                  <a:srgbClr val="173A2B"/>
                </a:solidFill>
                <a:latin typeface="Arial"/>
                <a:ea typeface="Arial"/>
                <a:cs typeface="Arial"/>
              </a:rPr>
              <a:t>Mismo</a:t>
            </a:r>
          </a:p>
          <a:p>
            <a:pPr algn="ctr">
              <a:defRPr sz="1800" b="1">
                <a:solidFill>
                  <a:srgbClr val="173A2B"/>
                </a:solidFill>
                <a:latin typeface="Arial"/>
                <a:ea typeface="Arial"/>
                <a:cs typeface="Arial"/>
              </a:defRPr>
            </a:pPr>
            <a:r>
              <a:rPr sz="1800" b="1">
                <a:solidFill>
                  <a:srgbClr val="173A2B"/>
                </a:solidFill>
                <a:latin typeface="Arial"/>
                <a:ea typeface="Arial"/>
                <a:cs typeface="Arial"/>
              </a:rPr>
              <a:t>descriptor</a:t>
            </a:r>
          </a:p>
        </p:txBody>
      </p:sp>
      <p:sp>
        <p:nvSpPr>
          <p:cNvPr id="17" name="Rectángulo 16">
            <a:extLst>
              <a:ext uri="{FF2B5EF4-FFF2-40B4-BE49-F238E27FC236}">
                <a16:creationId xmlns:a16="http://schemas.microsoft.com/office/drawing/2014/main" id="{8D648B13-EAAA-4FC0-AA86-0CA2F9D75CEB}"/>
              </a:ext>
            </a:extLst>
          </p:cNvPr>
          <p:cNvSpPr>
            <a:spLocks noGrp="1"/>
          </p:cNvSpPr>
          <p:nvPr/>
        </p:nvSpPr>
        <p:spPr>
          <a:xfrm>
            <a:off x="6362700" y="4638675"/>
            <a:ext cx="2143125" cy="895350"/>
          </a:xfrm>
          <a:prstGeom prst="rect">
            <a:avLst/>
          </a:prstGeom>
          <a:solidFill>
            <a:srgbClr val="E9EEE7"/>
          </a:solidFill>
          <a:ln w="9525">
            <a:solidFill>
              <a:srgbClr val="D9DFD8"/>
            </a:solidFill>
            <a:prstDash val="solid"/>
          </a:ln>
        </p:spPr>
        <p:txBody>
          <a:bodyPr anchor="ctr"/>
          <a:lstStyle>
            <a:defPPr algn="ctr">
              <a:defRPr sz="1800" b="1">
                <a:solidFill>
                  <a:srgbClr val="173A2B"/>
                </a:solidFill>
                <a:latin typeface="Arial"/>
                <a:ea typeface="Arial"/>
                <a:cs typeface="Arial"/>
              </a:defRPr>
            </a:defPPr>
            <a:lvl1pPr algn="ctr">
              <a:defRPr sz="1800" b="1">
                <a:solidFill>
                  <a:srgbClr val="173A2B"/>
                </a:solidFill>
                <a:latin typeface="Arial"/>
                <a:ea typeface="Arial"/>
                <a:cs typeface="Arial"/>
              </a:defRPr>
            </a:lvl1pPr>
            <a:lvl2pPr algn="ctr">
              <a:defRPr sz="1800" b="1">
                <a:solidFill>
                  <a:srgbClr val="173A2B"/>
                </a:solidFill>
                <a:latin typeface="Arial"/>
                <a:ea typeface="Arial"/>
                <a:cs typeface="Arial"/>
              </a:defRPr>
            </a:lvl2pPr>
            <a:lvl3pPr algn="ctr">
              <a:defRPr sz="1800" b="1">
                <a:solidFill>
                  <a:srgbClr val="173A2B"/>
                </a:solidFill>
                <a:latin typeface="Arial"/>
                <a:ea typeface="Arial"/>
                <a:cs typeface="Arial"/>
              </a:defRPr>
            </a:lvl3pPr>
            <a:lvl4pPr algn="ctr">
              <a:defRPr sz="1800" b="1">
                <a:solidFill>
                  <a:srgbClr val="173A2B"/>
                </a:solidFill>
                <a:latin typeface="Arial"/>
                <a:ea typeface="Arial"/>
                <a:cs typeface="Arial"/>
              </a:defRPr>
            </a:lvl4pPr>
            <a:lvl5pPr algn="ctr">
              <a:defRPr sz="1800" b="1">
                <a:solidFill>
                  <a:srgbClr val="173A2B"/>
                </a:solidFill>
                <a:latin typeface="Arial"/>
                <a:ea typeface="Arial"/>
                <a:cs typeface="Arial"/>
              </a:defRPr>
            </a:lvl5pPr>
            <a:lvl6pPr algn="ctr">
              <a:defRPr sz="1800" b="1">
                <a:solidFill>
                  <a:srgbClr val="173A2B"/>
                </a:solidFill>
                <a:latin typeface="Arial"/>
                <a:ea typeface="Arial"/>
                <a:cs typeface="Arial"/>
              </a:defRPr>
            </a:lvl6pPr>
            <a:lvl7pPr algn="ctr">
              <a:defRPr sz="1800" b="1">
                <a:solidFill>
                  <a:srgbClr val="173A2B"/>
                </a:solidFill>
                <a:latin typeface="Arial"/>
                <a:ea typeface="Arial"/>
                <a:cs typeface="Arial"/>
              </a:defRPr>
            </a:lvl7pPr>
            <a:lvl8pPr algn="ctr">
              <a:defRPr sz="1800" b="1">
                <a:solidFill>
                  <a:srgbClr val="173A2B"/>
                </a:solidFill>
                <a:latin typeface="Arial"/>
                <a:ea typeface="Arial"/>
                <a:cs typeface="Arial"/>
              </a:defRPr>
            </a:lvl8pPr>
            <a:lvl9pPr algn="ctr">
              <a:defRPr sz="1800" b="1">
                <a:solidFill>
                  <a:srgbClr val="173A2B"/>
                </a:solidFill>
                <a:latin typeface="Arial"/>
                <a:ea typeface="Arial"/>
                <a:cs typeface="Arial"/>
              </a:defRPr>
            </a:lvl9pPr>
          </a:lstStyle>
          <a:p>
            <a:pPr algn="ctr">
              <a:defRPr sz="1800" b="1">
                <a:solidFill>
                  <a:srgbClr val="173A2B"/>
                </a:solidFill>
                <a:latin typeface="Arial"/>
                <a:ea typeface="Arial"/>
                <a:cs typeface="Arial"/>
              </a:defRPr>
            </a:pPr>
            <a:r>
              <a:rPr sz="1800" b="1">
                <a:solidFill>
                  <a:srgbClr val="173A2B"/>
                </a:solidFill>
                <a:latin typeface="Arial"/>
                <a:ea typeface="Arial"/>
                <a:cs typeface="Arial"/>
              </a:rPr>
              <a:t>Modelo</a:t>
            </a:r>
          </a:p>
          <a:p>
            <a:pPr algn="ctr">
              <a:defRPr sz="1800" b="1">
                <a:solidFill>
                  <a:srgbClr val="173A2B"/>
                </a:solidFill>
                <a:latin typeface="Arial"/>
                <a:ea typeface="Arial"/>
                <a:cs typeface="Arial"/>
              </a:defRPr>
            </a:pPr>
            <a:r>
              <a:rPr sz="1800" b="1">
                <a:solidFill>
                  <a:srgbClr val="173A2B"/>
                </a:solidFill>
                <a:latin typeface="Arial"/>
                <a:ea typeface="Arial"/>
                <a:cs typeface="Arial"/>
              </a:rPr>
              <a:t>joblib</a:t>
            </a:r>
          </a:p>
        </p:txBody>
      </p:sp>
      <p:sp>
        <p:nvSpPr>
          <p:cNvPr id="18" name="Rectángulo 17">
            <a:extLst>
              <a:ext uri="{FF2B5EF4-FFF2-40B4-BE49-F238E27FC236}">
                <a16:creationId xmlns:a16="http://schemas.microsoft.com/office/drawing/2014/main" id="{D8C1702C-A347-43EA-BF20-11CE90FE9757}"/>
              </a:ext>
            </a:extLst>
          </p:cNvPr>
          <p:cNvSpPr>
            <a:spLocks noGrp="1"/>
          </p:cNvSpPr>
          <p:nvPr/>
        </p:nvSpPr>
        <p:spPr>
          <a:xfrm>
            <a:off x="9239250" y="4638675"/>
            <a:ext cx="2143125" cy="895350"/>
          </a:xfrm>
          <a:prstGeom prst="rect">
            <a:avLst/>
          </a:prstGeom>
          <a:solidFill>
            <a:srgbClr val="E9EEE7"/>
          </a:solidFill>
          <a:ln w="9525">
            <a:solidFill>
              <a:srgbClr val="D9DFD8"/>
            </a:solidFill>
            <a:prstDash val="solid"/>
          </a:ln>
        </p:spPr>
        <p:txBody>
          <a:bodyPr anchor="ctr"/>
          <a:lstStyle>
            <a:defPPr algn="ctr">
              <a:defRPr sz="1800" b="1">
                <a:solidFill>
                  <a:srgbClr val="173A2B"/>
                </a:solidFill>
                <a:latin typeface="Arial"/>
                <a:ea typeface="Arial"/>
                <a:cs typeface="Arial"/>
              </a:defRPr>
            </a:defPPr>
            <a:lvl1pPr algn="ctr">
              <a:defRPr sz="1800" b="1">
                <a:solidFill>
                  <a:srgbClr val="173A2B"/>
                </a:solidFill>
                <a:latin typeface="Arial"/>
                <a:ea typeface="Arial"/>
                <a:cs typeface="Arial"/>
              </a:defRPr>
            </a:lvl1pPr>
            <a:lvl2pPr algn="ctr">
              <a:defRPr sz="1800" b="1">
                <a:solidFill>
                  <a:srgbClr val="173A2B"/>
                </a:solidFill>
                <a:latin typeface="Arial"/>
                <a:ea typeface="Arial"/>
                <a:cs typeface="Arial"/>
              </a:defRPr>
            </a:lvl2pPr>
            <a:lvl3pPr algn="ctr">
              <a:defRPr sz="1800" b="1">
                <a:solidFill>
                  <a:srgbClr val="173A2B"/>
                </a:solidFill>
                <a:latin typeface="Arial"/>
                <a:ea typeface="Arial"/>
                <a:cs typeface="Arial"/>
              </a:defRPr>
            </a:lvl3pPr>
            <a:lvl4pPr algn="ctr">
              <a:defRPr sz="1800" b="1">
                <a:solidFill>
                  <a:srgbClr val="173A2B"/>
                </a:solidFill>
                <a:latin typeface="Arial"/>
                <a:ea typeface="Arial"/>
                <a:cs typeface="Arial"/>
              </a:defRPr>
            </a:lvl4pPr>
            <a:lvl5pPr algn="ctr">
              <a:defRPr sz="1800" b="1">
                <a:solidFill>
                  <a:srgbClr val="173A2B"/>
                </a:solidFill>
                <a:latin typeface="Arial"/>
                <a:ea typeface="Arial"/>
                <a:cs typeface="Arial"/>
              </a:defRPr>
            </a:lvl5pPr>
            <a:lvl6pPr algn="ctr">
              <a:defRPr sz="1800" b="1">
                <a:solidFill>
                  <a:srgbClr val="173A2B"/>
                </a:solidFill>
                <a:latin typeface="Arial"/>
                <a:ea typeface="Arial"/>
                <a:cs typeface="Arial"/>
              </a:defRPr>
            </a:lvl6pPr>
            <a:lvl7pPr algn="ctr">
              <a:defRPr sz="1800" b="1">
                <a:solidFill>
                  <a:srgbClr val="173A2B"/>
                </a:solidFill>
                <a:latin typeface="Arial"/>
                <a:ea typeface="Arial"/>
                <a:cs typeface="Arial"/>
              </a:defRPr>
            </a:lvl7pPr>
            <a:lvl8pPr algn="ctr">
              <a:defRPr sz="1800" b="1">
                <a:solidFill>
                  <a:srgbClr val="173A2B"/>
                </a:solidFill>
                <a:latin typeface="Arial"/>
                <a:ea typeface="Arial"/>
                <a:cs typeface="Arial"/>
              </a:defRPr>
            </a:lvl8pPr>
            <a:lvl9pPr algn="ctr">
              <a:defRPr sz="1800" b="1">
                <a:solidFill>
                  <a:srgbClr val="173A2B"/>
                </a:solidFill>
                <a:latin typeface="Arial"/>
                <a:ea typeface="Arial"/>
                <a:cs typeface="Arial"/>
              </a:defRPr>
            </a:lvl9pPr>
          </a:lstStyle>
          <a:p>
            <a:pPr algn="ctr">
              <a:defRPr sz="1800" b="1">
                <a:solidFill>
                  <a:srgbClr val="173A2B"/>
                </a:solidFill>
                <a:latin typeface="Arial"/>
                <a:ea typeface="Arial"/>
                <a:cs typeface="Arial"/>
              </a:defRPr>
            </a:pPr>
            <a:r>
              <a:rPr sz="1800" b="1">
                <a:solidFill>
                  <a:srgbClr val="173A2B"/>
                </a:solidFill>
                <a:latin typeface="Arial"/>
                <a:ea typeface="Arial"/>
                <a:cs typeface="Arial"/>
              </a:rPr>
              <a:t>App</a:t>
            </a:r>
          </a:p>
          <a:p>
            <a:pPr algn="ctr">
              <a:defRPr sz="1800" b="1">
                <a:solidFill>
                  <a:srgbClr val="173A2B"/>
                </a:solidFill>
                <a:latin typeface="Arial"/>
                <a:ea typeface="Arial"/>
                <a:cs typeface="Arial"/>
              </a:defRPr>
            </a:pPr>
            <a:r>
              <a:rPr sz="1800" b="1">
                <a:solidFill>
                  <a:srgbClr val="173A2B"/>
                </a:solidFill>
                <a:latin typeface="Arial"/>
                <a:ea typeface="Arial"/>
                <a:cs typeface="Arial"/>
              </a:rPr>
              <a:t>Streamlit</a:t>
            </a:r>
          </a:p>
        </p:txBody>
      </p:sp>
      <p:sp>
        <p:nvSpPr>
          <p:cNvPr id="22" name="Rectángulo 21">
            <a:extLst>
              <a:ext uri="{FF2B5EF4-FFF2-40B4-BE49-F238E27FC236}">
                <a16:creationId xmlns:a16="http://schemas.microsoft.com/office/drawing/2014/main" id="{39E8D0B0-F376-4947-8ADD-FA42E121B5B6}"/>
              </a:ext>
            </a:extLst>
          </p:cNvPr>
          <p:cNvSpPr>
            <a:spLocks noGrp="1"/>
          </p:cNvSpPr>
          <p:nvPr/>
        </p:nvSpPr>
        <p:spPr>
          <a:xfrm>
            <a:off x="609600" y="6315075"/>
            <a:ext cx="10858500" cy="266700"/>
          </a:xfrm>
          <a:prstGeom prst="rect">
            <a:avLst/>
          </a:prstGeom>
          <a:noFill/>
          <a:ln w="0">
            <a:noFill/>
          </a:ln>
        </p:spPr>
        <p:txBody>
          <a:bodyPr/>
          <a:lstStyle>
            <a:defPPr>
              <a:defRPr sz="1125">
                <a:solidFill>
                  <a:srgbClr val="617068"/>
                </a:solidFill>
                <a:latin typeface="Arial"/>
                <a:ea typeface="Arial"/>
                <a:cs typeface="Arial"/>
              </a:defRPr>
            </a:defPPr>
            <a:lvl1pPr>
              <a:defRPr sz="1125">
                <a:solidFill>
                  <a:srgbClr val="617068"/>
                </a:solidFill>
                <a:latin typeface="Arial"/>
                <a:ea typeface="Arial"/>
                <a:cs typeface="Arial"/>
              </a:defRPr>
            </a:lvl1pPr>
            <a:lvl2pPr>
              <a:defRPr sz="1125">
                <a:solidFill>
                  <a:srgbClr val="617068"/>
                </a:solidFill>
                <a:latin typeface="Arial"/>
                <a:ea typeface="Arial"/>
                <a:cs typeface="Arial"/>
              </a:defRPr>
            </a:lvl2pPr>
            <a:lvl3pPr>
              <a:defRPr sz="1125">
                <a:solidFill>
                  <a:srgbClr val="617068"/>
                </a:solidFill>
                <a:latin typeface="Arial"/>
                <a:ea typeface="Arial"/>
                <a:cs typeface="Arial"/>
              </a:defRPr>
            </a:lvl3pPr>
            <a:lvl4pPr>
              <a:defRPr sz="1125">
                <a:solidFill>
                  <a:srgbClr val="617068"/>
                </a:solidFill>
                <a:latin typeface="Arial"/>
                <a:ea typeface="Arial"/>
                <a:cs typeface="Arial"/>
              </a:defRPr>
            </a:lvl4pPr>
            <a:lvl5pPr>
              <a:defRPr sz="1125">
                <a:solidFill>
                  <a:srgbClr val="617068"/>
                </a:solidFill>
                <a:latin typeface="Arial"/>
                <a:ea typeface="Arial"/>
                <a:cs typeface="Arial"/>
              </a:defRPr>
            </a:lvl5pPr>
            <a:lvl6pPr>
              <a:defRPr sz="1125">
                <a:solidFill>
                  <a:srgbClr val="617068"/>
                </a:solidFill>
                <a:latin typeface="Arial"/>
                <a:ea typeface="Arial"/>
                <a:cs typeface="Arial"/>
              </a:defRPr>
            </a:lvl6pPr>
            <a:lvl7pPr>
              <a:defRPr sz="1125">
                <a:solidFill>
                  <a:srgbClr val="617068"/>
                </a:solidFill>
                <a:latin typeface="Arial"/>
                <a:ea typeface="Arial"/>
                <a:cs typeface="Arial"/>
              </a:defRPr>
            </a:lvl7pPr>
            <a:lvl8pPr>
              <a:defRPr sz="1125">
                <a:solidFill>
                  <a:srgbClr val="617068"/>
                </a:solidFill>
                <a:latin typeface="Arial"/>
                <a:ea typeface="Arial"/>
                <a:cs typeface="Arial"/>
              </a:defRPr>
            </a:lvl8pPr>
            <a:lvl9pPr>
              <a:defRPr sz="1125">
                <a:solidFill>
                  <a:srgbClr val="617068"/>
                </a:solidFill>
                <a:latin typeface="Arial"/>
                <a:ea typeface="Arial"/>
                <a:cs typeface="Arial"/>
              </a:defRPr>
            </a:lvl9pPr>
          </a:lstStyle>
          <a:p>
            <a:pPr>
              <a:defRPr sz="1125">
                <a:solidFill>
                  <a:srgbClr val="617068"/>
                </a:solidFill>
                <a:latin typeface="Arial"/>
                <a:ea typeface="Arial"/>
                <a:cs typeface="Arial"/>
              </a:defRPr>
            </a:pPr>
            <a:r>
              <a:rPr sz="1125">
                <a:solidFill>
                  <a:srgbClr val="617068"/>
                </a:solidFill>
                <a:latin typeface="Arial"/>
                <a:ea typeface="Arial"/>
                <a:cs typeface="Arial"/>
              </a:rPr>
              <a:t>Regresión y SVM: HOG + HSV. Bosque aleatorio: HSV. La región se selecciona manualmente.</a:t>
            </a:r>
          </a:p>
        </p:txBody>
      </p:sp>
    </p:spTree>
    <p:extLst>
      <p:ext uri="{BB962C8B-B14F-4D97-AF65-F5344CB8AC3E}">
        <p14:creationId xmlns:p14="http://schemas.microsoft.com/office/powerpoint/2010/main" val="14772580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7B63F5FB-E899-4C14-B7AE-633B4C09B224}"/>
              </a:ext>
            </a:extLst>
          </p:cNvPr>
          <p:cNvSpPr>
            <a:spLocks noGrp="1"/>
          </p:cNvSpPr>
          <p:nvPr/>
        </p:nvSpPr>
        <p:spPr>
          <a:xfrm>
            <a:off x="609600" y="400050"/>
            <a:ext cx="10572750" cy="628650"/>
          </a:xfrm>
          <a:prstGeom prst="rect">
            <a:avLst/>
          </a:prstGeom>
          <a:noFill/>
          <a:ln w="0">
            <a:noFill/>
          </a:ln>
        </p:spPr>
        <p:txBody>
          <a:bodyPr/>
          <a:lstStyle>
            <a:defPPr>
              <a:defRPr sz="3300" b="1">
                <a:solidFill>
                  <a:srgbClr val="173A2B"/>
                </a:solidFill>
                <a:latin typeface="Arial"/>
                <a:ea typeface="Arial"/>
                <a:cs typeface="Arial"/>
              </a:defRPr>
            </a:defPPr>
            <a:lvl1pPr>
              <a:defRPr sz="3300" b="1">
                <a:solidFill>
                  <a:srgbClr val="173A2B"/>
                </a:solidFill>
                <a:latin typeface="Arial"/>
                <a:ea typeface="Arial"/>
                <a:cs typeface="Arial"/>
              </a:defRPr>
            </a:lvl1pPr>
            <a:lvl2pPr>
              <a:defRPr sz="3300" b="1">
                <a:solidFill>
                  <a:srgbClr val="173A2B"/>
                </a:solidFill>
                <a:latin typeface="Arial"/>
                <a:ea typeface="Arial"/>
                <a:cs typeface="Arial"/>
              </a:defRPr>
            </a:lvl2pPr>
            <a:lvl3pPr>
              <a:defRPr sz="3300" b="1">
                <a:solidFill>
                  <a:srgbClr val="173A2B"/>
                </a:solidFill>
                <a:latin typeface="Arial"/>
                <a:ea typeface="Arial"/>
                <a:cs typeface="Arial"/>
              </a:defRPr>
            </a:lvl3pPr>
            <a:lvl4pPr>
              <a:defRPr sz="3300" b="1">
                <a:solidFill>
                  <a:srgbClr val="173A2B"/>
                </a:solidFill>
                <a:latin typeface="Arial"/>
                <a:ea typeface="Arial"/>
                <a:cs typeface="Arial"/>
              </a:defRPr>
            </a:lvl4pPr>
            <a:lvl5pPr>
              <a:defRPr sz="3300" b="1">
                <a:solidFill>
                  <a:srgbClr val="173A2B"/>
                </a:solidFill>
                <a:latin typeface="Arial"/>
                <a:ea typeface="Arial"/>
                <a:cs typeface="Arial"/>
              </a:defRPr>
            </a:lvl5pPr>
            <a:lvl6pPr>
              <a:defRPr sz="3300" b="1">
                <a:solidFill>
                  <a:srgbClr val="173A2B"/>
                </a:solidFill>
                <a:latin typeface="Arial"/>
                <a:ea typeface="Arial"/>
                <a:cs typeface="Arial"/>
              </a:defRPr>
            </a:lvl6pPr>
            <a:lvl7pPr>
              <a:defRPr sz="3300" b="1">
                <a:solidFill>
                  <a:srgbClr val="173A2B"/>
                </a:solidFill>
                <a:latin typeface="Arial"/>
                <a:ea typeface="Arial"/>
                <a:cs typeface="Arial"/>
              </a:defRPr>
            </a:lvl7pPr>
            <a:lvl8pPr>
              <a:defRPr sz="3300" b="1">
                <a:solidFill>
                  <a:srgbClr val="173A2B"/>
                </a:solidFill>
                <a:latin typeface="Arial"/>
                <a:ea typeface="Arial"/>
                <a:cs typeface="Arial"/>
              </a:defRPr>
            </a:lvl8pPr>
            <a:lvl9pPr>
              <a:defRPr sz="3300" b="1">
                <a:solidFill>
                  <a:srgbClr val="173A2B"/>
                </a:solidFill>
                <a:latin typeface="Arial"/>
                <a:ea typeface="Arial"/>
                <a:cs typeface="Arial"/>
              </a:defRPr>
            </a:lvl9pPr>
          </a:lstStyle>
          <a:p>
            <a:pPr>
              <a:defRPr sz="3300" b="1">
                <a:solidFill>
                  <a:srgbClr val="173A2B"/>
                </a:solidFill>
                <a:latin typeface="Arial"/>
                <a:ea typeface="Arial"/>
                <a:cs typeface="Arial"/>
              </a:defRPr>
            </a:pPr>
            <a:r>
              <a:rPr sz="3300" b="1">
                <a:solidFill>
                  <a:srgbClr val="173A2B"/>
                </a:solidFill>
                <a:latin typeface="Arial"/>
                <a:ea typeface="Arial"/>
                <a:cs typeface="Arial"/>
              </a:rPr>
              <a:t>Decisiones técnicas</a:t>
            </a:r>
          </a:p>
        </p:txBody>
      </p:sp>
      <p:sp>
        <p:nvSpPr>
          <p:cNvPr id="2" name="Rectángulo 1">
            <a:extLst>
              <a:ext uri="{FF2B5EF4-FFF2-40B4-BE49-F238E27FC236}">
                <a16:creationId xmlns:a16="http://schemas.microsoft.com/office/drawing/2014/main" id="{A320671A-D584-4A44-9FC2-6DA0B15B6F13}"/>
              </a:ext>
            </a:extLst>
          </p:cNvPr>
          <p:cNvSpPr>
            <a:spLocks noGrp="1"/>
          </p:cNvSpPr>
          <p:nvPr/>
        </p:nvSpPr>
        <p:spPr>
          <a:xfrm>
            <a:off x="11334750" y="504825"/>
            <a:ext cx="381000" cy="285750"/>
          </a:xfrm>
          <a:prstGeom prst="rect">
            <a:avLst/>
          </a:prstGeom>
          <a:noFill/>
          <a:ln w="0">
            <a:noFill/>
          </a:ln>
        </p:spPr>
        <p:txBody>
          <a:bodyPr/>
          <a:lstStyle>
            <a:defPPr>
              <a:defRPr sz="1350">
                <a:solidFill>
                  <a:srgbClr val="617068"/>
                </a:solidFill>
                <a:latin typeface="Arial"/>
                <a:ea typeface="Arial"/>
                <a:cs typeface="Arial"/>
              </a:defRPr>
            </a:defPPr>
            <a:lvl1pPr>
              <a:defRPr sz="1350">
                <a:solidFill>
                  <a:srgbClr val="617068"/>
                </a:solidFill>
                <a:latin typeface="Arial"/>
                <a:ea typeface="Arial"/>
                <a:cs typeface="Arial"/>
              </a:defRPr>
            </a:lvl1pPr>
            <a:lvl2pPr>
              <a:defRPr sz="1350">
                <a:solidFill>
                  <a:srgbClr val="617068"/>
                </a:solidFill>
                <a:latin typeface="Arial"/>
                <a:ea typeface="Arial"/>
                <a:cs typeface="Arial"/>
              </a:defRPr>
            </a:lvl2pPr>
            <a:lvl3pPr>
              <a:defRPr sz="1350">
                <a:solidFill>
                  <a:srgbClr val="617068"/>
                </a:solidFill>
                <a:latin typeface="Arial"/>
                <a:ea typeface="Arial"/>
                <a:cs typeface="Arial"/>
              </a:defRPr>
            </a:lvl3pPr>
            <a:lvl4pPr>
              <a:defRPr sz="1350">
                <a:solidFill>
                  <a:srgbClr val="617068"/>
                </a:solidFill>
                <a:latin typeface="Arial"/>
                <a:ea typeface="Arial"/>
                <a:cs typeface="Arial"/>
              </a:defRPr>
            </a:lvl4pPr>
            <a:lvl5pPr>
              <a:defRPr sz="1350">
                <a:solidFill>
                  <a:srgbClr val="617068"/>
                </a:solidFill>
                <a:latin typeface="Arial"/>
                <a:ea typeface="Arial"/>
                <a:cs typeface="Arial"/>
              </a:defRPr>
            </a:lvl5pPr>
            <a:lvl6pPr>
              <a:defRPr sz="1350">
                <a:solidFill>
                  <a:srgbClr val="617068"/>
                </a:solidFill>
                <a:latin typeface="Arial"/>
                <a:ea typeface="Arial"/>
                <a:cs typeface="Arial"/>
              </a:defRPr>
            </a:lvl6pPr>
            <a:lvl7pPr>
              <a:defRPr sz="1350">
                <a:solidFill>
                  <a:srgbClr val="617068"/>
                </a:solidFill>
                <a:latin typeface="Arial"/>
                <a:ea typeface="Arial"/>
                <a:cs typeface="Arial"/>
              </a:defRPr>
            </a:lvl7pPr>
            <a:lvl8pPr>
              <a:defRPr sz="1350">
                <a:solidFill>
                  <a:srgbClr val="617068"/>
                </a:solidFill>
                <a:latin typeface="Arial"/>
                <a:ea typeface="Arial"/>
                <a:cs typeface="Arial"/>
              </a:defRPr>
            </a:lvl8pPr>
            <a:lvl9pPr>
              <a:defRPr sz="1350">
                <a:solidFill>
                  <a:srgbClr val="617068"/>
                </a:solidFill>
                <a:latin typeface="Arial"/>
                <a:ea typeface="Arial"/>
                <a:cs typeface="Arial"/>
              </a:defRPr>
            </a:lvl9pPr>
          </a:lstStyle>
          <a:p>
            <a:pPr>
              <a:defRPr sz="1350">
                <a:solidFill>
                  <a:srgbClr val="617068"/>
                </a:solidFill>
                <a:latin typeface="Arial"/>
                <a:ea typeface="Arial"/>
                <a:cs typeface="Arial"/>
              </a:defRPr>
            </a:pPr>
            <a:r>
              <a:rPr sz="1350">
                <a:solidFill>
                  <a:srgbClr val="617068"/>
                </a:solidFill>
                <a:latin typeface="Arial"/>
                <a:ea typeface="Arial"/>
                <a:cs typeface="Arial"/>
              </a:rPr>
              <a:t>05</a:t>
            </a:r>
          </a:p>
        </p:txBody>
      </p:sp>
      <p:graphicFrame>
        <p:nvGraphicFramePr>
          <p:cNvPr id="3" name="Tabla 2">
            <a:extLst>
              <a:ext uri="{FF2B5EF4-FFF2-40B4-BE49-F238E27FC236}">
                <a16:creationId xmlns:a16="http://schemas.microsoft.com/office/drawing/2014/main" id="{FCAD1626-D2EE-476C-8665-6E25EF15E50A}"/>
              </a:ext>
            </a:extLst>
          </p:cNvPr>
          <p:cNvGraphicFramePr/>
          <p:nvPr/>
        </p:nvGraphicFramePr>
        <p:xfrm>
          <a:off x="609600" y="1485900"/>
          <a:ext cx="10972800" cy="3581400"/>
        </p:xfrm>
        <a:graphic>
          <a:graphicData uri="http://schemas.openxmlformats.org/drawingml/2006/table">
            <a:tbl>
              <a:tblPr/>
              <a:tblGrid>
                <a:gridCol w="3095625">
                  <a:extLst>
                    <a:ext uri="{9D8B030D-6E8A-4147-A177-3AD203B41FA5}">
                      <a16:colId xmlns:a16="http://schemas.microsoft.com/office/drawing/2014/main" val="20000"/>
                    </a:ext>
                  </a:extLst>
                </a:gridCol>
                <a:gridCol w="4257675">
                  <a:extLst>
                    <a:ext uri="{9D8B030D-6E8A-4147-A177-3AD203B41FA5}">
                      <a16:colId xmlns:a16="http://schemas.microsoft.com/office/drawing/2014/main" val="20001"/>
                    </a:ext>
                  </a:extLst>
                </a:gridCol>
                <a:gridCol w="3619500">
                  <a:extLst>
                    <a:ext uri="{9D8B030D-6E8A-4147-A177-3AD203B41FA5}">
                      <a16:colId xmlns:a16="http://schemas.microsoft.com/office/drawing/2014/main" val="20002"/>
                    </a:ext>
                  </a:extLst>
                </a:gridCol>
              </a:tblGrid>
              <a:tr h="716280">
                <a:tc>
                  <a:txBody>
                    <a:bodyPr/>
                    <a:lstStyle/>
                    <a:p>
                      <a:r>
                        <a:rPr sz="1725" b="1">
                          <a:solidFill>
                            <a:srgbClr val="FFFFFF"/>
                          </a:solidFill>
                          <a:latin typeface="Arial"/>
                          <a:ea typeface="Arial"/>
                          <a:cs typeface="Arial"/>
                        </a:rPr>
                        <a:t>Decisión</a:t>
                      </a:r>
                    </a:p>
                  </a:txBody>
                  <a:tcPr marL="114300" marR="114300" marT="114300" marB="114300" anchor="ctr">
                    <a:lnL w="9525">
                      <a:solidFill>
                        <a:srgbClr val="D9DFD8"/>
                      </a:solidFill>
                      <a:prstDash val="solid"/>
                    </a:lnL>
                    <a:lnR w="9525">
                      <a:solidFill>
                        <a:srgbClr val="D9DFD8"/>
                      </a:solidFill>
                      <a:prstDash val="solid"/>
                    </a:lnR>
                    <a:lnT w="9525">
                      <a:solidFill>
                        <a:srgbClr val="D9DFD8"/>
                      </a:solidFill>
                      <a:prstDash val="solid"/>
                    </a:lnT>
                    <a:lnB w="9525">
                      <a:solidFill>
                        <a:srgbClr val="D9DFD8"/>
                      </a:solidFill>
                      <a:prstDash val="solid"/>
                    </a:lnB>
                    <a:solidFill>
                      <a:srgbClr val="173A2B"/>
                    </a:solidFill>
                  </a:tcPr>
                </a:tc>
                <a:tc>
                  <a:txBody>
                    <a:bodyPr/>
                    <a:lstStyle/>
                    <a:p>
                      <a:r>
                        <a:rPr sz="1725" b="1">
                          <a:solidFill>
                            <a:srgbClr val="FFFFFF"/>
                          </a:solidFill>
                          <a:latin typeface="Arial"/>
                          <a:ea typeface="Arial"/>
                          <a:cs typeface="Arial"/>
                        </a:rPr>
                        <a:t>Por qué</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a:solidFill>
                        <a:srgbClr val="D9DFD8"/>
                      </a:solidFill>
                      <a:prstDash val="solid"/>
                    </a:lnT>
                    <a:lnB w="9525">
                      <a:solidFill>
                        <a:srgbClr val="D9DFD8"/>
                      </a:solidFill>
                      <a:prstDash val="solid"/>
                    </a:lnB>
                    <a:solidFill>
                      <a:srgbClr val="173A2B"/>
                    </a:solidFill>
                  </a:tcPr>
                </a:tc>
                <a:tc>
                  <a:txBody>
                    <a:bodyPr/>
                    <a:lstStyle/>
                    <a:p>
                      <a:r>
                        <a:rPr sz="1725" b="1">
                          <a:solidFill>
                            <a:srgbClr val="FFFFFF"/>
                          </a:solidFill>
                          <a:latin typeface="Arial"/>
                          <a:ea typeface="Arial"/>
                          <a:cs typeface="Arial"/>
                        </a:rPr>
                        <a:t>Alternativa</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a:solidFill>
                        <a:srgbClr val="D9DFD8"/>
                      </a:solidFill>
                      <a:prstDash val="solid"/>
                    </a:lnT>
                    <a:lnB w="9525">
                      <a:solidFill>
                        <a:srgbClr val="D9DFD8"/>
                      </a:solidFill>
                      <a:prstDash val="solid"/>
                    </a:lnB>
                    <a:solidFill>
                      <a:srgbClr val="173A2B"/>
                    </a:solidFill>
                  </a:tcPr>
                </a:tc>
                <a:extLst>
                  <a:ext uri="{0D108BD9-81ED-4DB2-BD59-A6C34878D82A}">
                    <a16:rowId xmlns:a16="http://schemas.microsoft.com/office/drawing/2014/main" val="10000"/>
                  </a:ext>
                </a:extLst>
              </a:tr>
              <a:tr h="716280">
                <a:tc>
                  <a:txBody>
                    <a:bodyPr/>
                    <a:lstStyle/>
                    <a:p>
                      <a:r>
                        <a:rPr sz="1725">
                          <a:solidFill>
                            <a:srgbClr val="25332C"/>
                          </a:solidFill>
                          <a:latin typeface="Arial"/>
                          <a:ea typeface="Arial"/>
                          <a:cs typeface="Arial"/>
                        </a:rPr>
                        <a:t>Recorte + letterbox</a:t>
                      </a:r>
                    </a:p>
                  </a:txBody>
                  <a:tcPr marL="114300" marR="114300" marT="114300" marB="114300" anchor="ctr">
                    <a:lnL w="9525">
                      <a:solidFill>
                        <a:srgbClr val="D9DFD8"/>
                      </a:solidFill>
                      <a:prstDash val="soli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725">
                          <a:solidFill>
                            <a:srgbClr val="25332C"/>
                          </a:solidFill>
                          <a:latin typeface="Arial"/>
                          <a:ea typeface="Arial"/>
                          <a:cs typeface="Arial"/>
                        </a:rPr>
                        <a:t>Reduce fondo y conserva proporción</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725">
                          <a:solidFill>
                            <a:srgbClr val="25332C"/>
                          </a:solidFill>
                          <a:latin typeface="Arial"/>
                          <a:ea typeface="Arial"/>
                          <a:cs typeface="Arial"/>
                        </a:rPr>
                        <a:t>Foto completa o deformación</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extLst>
                  <a:ext uri="{0D108BD9-81ED-4DB2-BD59-A6C34878D82A}">
                    <a16:rowId xmlns:a16="http://schemas.microsoft.com/office/drawing/2014/main" val="10001"/>
                  </a:ext>
                </a:extLst>
              </a:tr>
              <a:tr h="716280">
                <a:tc>
                  <a:txBody>
                    <a:bodyPr/>
                    <a:lstStyle/>
                    <a:p>
                      <a:r>
                        <a:rPr sz="1725">
                          <a:solidFill>
                            <a:srgbClr val="25332C"/>
                          </a:solidFill>
                          <a:latin typeface="Arial"/>
                          <a:ea typeface="Arial"/>
                          <a:cs typeface="Arial"/>
                        </a:rPr>
                        <a:t>HOG + HSV en CPU</a:t>
                      </a:r>
                    </a:p>
                  </a:txBody>
                  <a:tcPr marL="114300" marR="114300" marT="114300" marB="114300" anchor="ctr">
                    <a:lnL w="9525">
                      <a:solidFill>
                        <a:srgbClr val="D9DFD8"/>
                      </a:solidFill>
                      <a:prstDash val="soli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725">
                          <a:solidFill>
                            <a:srgbClr val="25332C"/>
                          </a:solidFill>
                          <a:latin typeface="Arial"/>
                          <a:ea typeface="Arial"/>
                          <a:cs typeface="Arial"/>
                        </a:rPr>
                        <a:t>Línea base accesible y reproducible</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725">
                          <a:solidFill>
                            <a:srgbClr val="25332C"/>
                          </a:solidFill>
                          <a:latin typeface="Arial"/>
                          <a:ea typeface="Arial"/>
                          <a:cs typeface="Arial"/>
                        </a:rPr>
                        <a:t>CNN con transferencia, futura</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extLst>
                  <a:ext uri="{0D108BD9-81ED-4DB2-BD59-A6C34878D82A}">
                    <a16:rowId xmlns:a16="http://schemas.microsoft.com/office/drawing/2014/main" val="10002"/>
                  </a:ext>
                </a:extLst>
              </a:tr>
              <a:tr h="716280">
                <a:tc>
                  <a:txBody>
                    <a:bodyPr/>
                    <a:lstStyle/>
                    <a:p>
                      <a:r>
                        <a:rPr sz="1725">
                          <a:solidFill>
                            <a:srgbClr val="25332C"/>
                          </a:solidFill>
                          <a:latin typeface="Arial"/>
                          <a:ea typeface="Arial"/>
                          <a:cs typeface="Arial"/>
                        </a:rPr>
                        <a:t>Estratificar y ponderar</a:t>
                      </a:r>
                    </a:p>
                  </a:txBody>
                  <a:tcPr marL="114300" marR="114300" marT="114300" marB="114300" anchor="ctr">
                    <a:lnL w="9525">
                      <a:solidFill>
                        <a:srgbClr val="D9DFD8"/>
                      </a:solidFill>
                      <a:prstDash val="soli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725">
                          <a:solidFill>
                            <a:srgbClr val="25332C"/>
                          </a:solidFill>
                          <a:latin typeface="Arial"/>
                          <a:ea typeface="Arial"/>
                          <a:cs typeface="Arial"/>
                        </a:rPr>
                        <a:t>Modera el desbalance entre clases</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725">
                          <a:solidFill>
                            <a:srgbClr val="25332C"/>
                          </a:solidFill>
                          <a:latin typeface="Arial"/>
                          <a:ea typeface="Arial"/>
                          <a:cs typeface="Arial"/>
                        </a:rPr>
                        <a:t>Ajustar solo la exactitud</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extLst>
                  <a:ext uri="{0D108BD9-81ED-4DB2-BD59-A6C34878D82A}">
                    <a16:rowId xmlns:a16="http://schemas.microsoft.com/office/drawing/2014/main" val="10003"/>
                  </a:ext>
                </a:extLst>
              </a:tr>
              <a:tr h="716280">
                <a:tc>
                  <a:txBody>
                    <a:bodyPr/>
                    <a:lstStyle/>
                    <a:p>
                      <a:r>
                        <a:rPr sz="1725">
                          <a:solidFill>
                            <a:srgbClr val="25332C"/>
                          </a:solidFill>
                          <a:latin typeface="Arial"/>
                          <a:ea typeface="Arial"/>
                          <a:cs typeface="Arial"/>
                        </a:rPr>
                        <a:t>F1 macro de validación</a:t>
                      </a:r>
                    </a:p>
                  </a:txBody>
                  <a:tcPr marL="114300" marR="114300" marT="114300" marB="114300" anchor="ctr">
                    <a:lnL w="9525">
                      <a:solidFill>
                        <a:srgbClr val="D9DFD8"/>
                      </a:solidFill>
                      <a:prstDash val="soli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725">
                          <a:solidFill>
                            <a:srgbClr val="25332C"/>
                          </a:solidFill>
                          <a:latin typeface="Arial"/>
                          <a:ea typeface="Arial"/>
                          <a:cs typeface="Arial"/>
                        </a:rPr>
                        <a:t>Separa ajuste y evaluación final</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725">
                          <a:solidFill>
                            <a:srgbClr val="25332C"/>
                          </a:solidFill>
                          <a:latin typeface="Arial"/>
                          <a:ea typeface="Arial"/>
                          <a:cs typeface="Arial"/>
                        </a:rPr>
                        <a:t>Elegir con datos de prueba</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extLst>
                  <a:ext uri="{0D108BD9-81ED-4DB2-BD59-A6C34878D82A}">
                    <a16:rowId xmlns:a16="http://schemas.microsoft.com/office/drawing/2014/main" val="10004"/>
                  </a:ext>
                </a:extLst>
              </a:tr>
            </a:tbl>
          </a:graphicData>
        </a:graphic>
      </p:graphicFrame>
      <p:sp>
        <p:nvSpPr>
          <p:cNvPr id="4" name="Rectángulo 3">
            <a:extLst>
              <a:ext uri="{FF2B5EF4-FFF2-40B4-BE49-F238E27FC236}">
                <a16:creationId xmlns:a16="http://schemas.microsoft.com/office/drawing/2014/main" id="{32F89F28-2842-4ED2-8C7E-887BE51AE594}"/>
              </a:ext>
            </a:extLst>
          </p:cNvPr>
          <p:cNvSpPr>
            <a:spLocks noGrp="1"/>
          </p:cNvSpPr>
          <p:nvPr/>
        </p:nvSpPr>
        <p:spPr>
          <a:xfrm>
            <a:off x="609600" y="5314950"/>
            <a:ext cx="10858500" cy="742950"/>
          </a:xfrm>
          <a:prstGeom prst="rect">
            <a:avLst/>
          </a:prstGeom>
          <a:noFill/>
          <a:ln w="0">
            <a:noFill/>
          </a:ln>
        </p:spPr>
        <p:txBody>
          <a:bodyPr/>
          <a:lstStyle>
            <a:defPPr>
              <a:defRPr sz="1875" b="1">
                <a:solidFill>
                  <a:srgbClr val="173A2B"/>
                </a:solidFill>
                <a:latin typeface="Arial"/>
                <a:ea typeface="Arial"/>
                <a:cs typeface="Arial"/>
              </a:defRPr>
            </a:defPPr>
            <a:lvl1pPr>
              <a:defRPr sz="1875" b="1">
                <a:solidFill>
                  <a:srgbClr val="173A2B"/>
                </a:solidFill>
                <a:latin typeface="Arial"/>
                <a:ea typeface="Arial"/>
                <a:cs typeface="Arial"/>
              </a:defRPr>
            </a:lvl1pPr>
            <a:lvl2pPr>
              <a:defRPr sz="1875" b="1">
                <a:solidFill>
                  <a:srgbClr val="173A2B"/>
                </a:solidFill>
                <a:latin typeface="Arial"/>
                <a:ea typeface="Arial"/>
                <a:cs typeface="Arial"/>
              </a:defRPr>
            </a:lvl2pPr>
            <a:lvl3pPr>
              <a:defRPr sz="1875" b="1">
                <a:solidFill>
                  <a:srgbClr val="173A2B"/>
                </a:solidFill>
                <a:latin typeface="Arial"/>
                <a:ea typeface="Arial"/>
                <a:cs typeface="Arial"/>
              </a:defRPr>
            </a:lvl3pPr>
            <a:lvl4pPr>
              <a:defRPr sz="1875" b="1">
                <a:solidFill>
                  <a:srgbClr val="173A2B"/>
                </a:solidFill>
                <a:latin typeface="Arial"/>
                <a:ea typeface="Arial"/>
                <a:cs typeface="Arial"/>
              </a:defRPr>
            </a:lvl4pPr>
            <a:lvl5pPr>
              <a:defRPr sz="1875" b="1">
                <a:solidFill>
                  <a:srgbClr val="173A2B"/>
                </a:solidFill>
                <a:latin typeface="Arial"/>
                <a:ea typeface="Arial"/>
                <a:cs typeface="Arial"/>
              </a:defRPr>
            </a:lvl5pPr>
            <a:lvl6pPr>
              <a:defRPr sz="1875" b="1">
                <a:solidFill>
                  <a:srgbClr val="173A2B"/>
                </a:solidFill>
                <a:latin typeface="Arial"/>
                <a:ea typeface="Arial"/>
                <a:cs typeface="Arial"/>
              </a:defRPr>
            </a:lvl6pPr>
            <a:lvl7pPr>
              <a:defRPr sz="1875" b="1">
                <a:solidFill>
                  <a:srgbClr val="173A2B"/>
                </a:solidFill>
                <a:latin typeface="Arial"/>
                <a:ea typeface="Arial"/>
                <a:cs typeface="Arial"/>
              </a:defRPr>
            </a:lvl7pPr>
            <a:lvl8pPr>
              <a:defRPr sz="1875" b="1">
                <a:solidFill>
                  <a:srgbClr val="173A2B"/>
                </a:solidFill>
                <a:latin typeface="Arial"/>
                <a:ea typeface="Arial"/>
                <a:cs typeface="Arial"/>
              </a:defRPr>
            </a:lvl8pPr>
            <a:lvl9pPr>
              <a:defRPr sz="1875" b="1">
                <a:solidFill>
                  <a:srgbClr val="173A2B"/>
                </a:solidFill>
                <a:latin typeface="Arial"/>
                <a:ea typeface="Arial"/>
                <a:cs typeface="Arial"/>
              </a:defRPr>
            </a:lvl9pPr>
          </a:lstStyle>
          <a:p>
            <a:pPr>
              <a:defRPr sz="1875" b="1">
                <a:solidFill>
                  <a:srgbClr val="173A2B"/>
                </a:solidFill>
                <a:latin typeface="Arial"/>
                <a:ea typeface="Arial"/>
                <a:cs typeface="Arial"/>
              </a:defRPr>
            </a:pPr>
            <a:r>
              <a:rPr sz="1875" b="1">
                <a:solidFill>
                  <a:srgbClr val="173A2B"/>
                </a:solidFill>
                <a:latin typeface="Arial"/>
                <a:ea typeface="Arial"/>
                <a:cs typeface="Arial"/>
              </a:rPr>
              <a:t>2 configuraciones por familia. Reajuste con entrenamiento + validación.</a:t>
            </a:r>
          </a:p>
          <a:p>
            <a:pPr>
              <a:defRPr sz="1875" b="1">
                <a:solidFill>
                  <a:srgbClr val="173A2B"/>
                </a:solidFill>
                <a:latin typeface="Arial"/>
                <a:ea typeface="Arial"/>
                <a:cs typeface="Arial"/>
              </a:defRPr>
            </a:pPr>
            <a:r>
              <a:rPr sz="1875" b="1">
                <a:solidFill>
                  <a:srgbClr val="173A2B"/>
                </a:solidFill>
                <a:latin typeface="Arial"/>
                <a:ea typeface="Arial"/>
                <a:cs typeface="Arial"/>
              </a:rPr>
              <a:t>Evaluación final en 410 imágenes de prueba.</a:t>
            </a:r>
          </a:p>
        </p:txBody>
      </p:sp>
      <p:sp>
        <p:nvSpPr>
          <p:cNvPr id="5" name="Rectángulo 4">
            <a:extLst>
              <a:ext uri="{FF2B5EF4-FFF2-40B4-BE49-F238E27FC236}">
                <a16:creationId xmlns:a16="http://schemas.microsoft.com/office/drawing/2014/main" id="{F7543366-BE82-46E1-94EF-4BEC595BD0D4}"/>
              </a:ext>
            </a:extLst>
          </p:cNvPr>
          <p:cNvSpPr>
            <a:spLocks noGrp="1"/>
          </p:cNvSpPr>
          <p:nvPr/>
        </p:nvSpPr>
        <p:spPr>
          <a:xfrm>
            <a:off x="609600" y="6315075"/>
            <a:ext cx="10858500" cy="266700"/>
          </a:xfrm>
          <a:prstGeom prst="rect">
            <a:avLst/>
          </a:prstGeom>
          <a:noFill/>
          <a:ln w="0">
            <a:noFill/>
          </a:ln>
        </p:spPr>
        <p:txBody>
          <a:bodyPr/>
          <a:lstStyle>
            <a:defPPr>
              <a:defRPr sz="1125">
                <a:solidFill>
                  <a:srgbClr val="617068"/>
                </a:solidFill>
                <a:latin typeface="Arial"/>
                <a:ea typeface="Arial"/>
                <a:cs typeface="Arial"/>
              </a:defRPr>
            </a:defPPr>
            <a:lvl1pPr>
              <a:defRPr sz="1125">
                <a:solidFill>
                  <a:srgbClr val="617068"/>
                </a:solidFill>
                <a:latin typeface="Arial"/>
                <a:ea typeface="Arial"/>
                <a:cs typeface="Arial"/>
              </a:defRPr>
            </a:lvl1pPr>
            <a:lvl2pPr>
              <a:defRPr sz="1125">
                <a:solidFill>
                  <a:srgbClr val="617068"/>
                </a:solidFill>
                <a:latin typeface="Arial"/>
                <a:ea typeface="Arial"/>
                <a:cs typeface="Arial"/>
              </a:defRPr>
            </a:lvl2pPr>
            <a:lvl3pPr>
              <a:defRPr sz="1125">
                <a:solidFill>
                  <a:srgbClr val="617068"/>
                </a:solidFill>
                <a:latin typeface="Arial"/>
                <a:ea typeface="Arial"/>
                <a:cs typeface="Arial"/>
              </a:defRPr>
            </a:lvl3pPr>
            <a:lvl4pPr>
              <a:defRPr sz="1125">
                <a:solidFill>
                  <a:srgbClr val="617068"/>
                </a:solidFill>
                <a:latin typeface="Arial"/>
                <a:ea typeface="Arial"/>
                <a:cs typeface="Arial"/>
              </a:defRPr>
            </a:lvl4pPr>
            <a:lvl5pPr>
              <a:defRPr sz="1125">
                <a:solidFill>
                  <a:srgbClr val="617068"/>
                </a:solidFill>
                <a:latin typeface="Arial"/>
                <a:ea typeface="Arial"/>
                <a:cs typeface="Arial"/>
              </a:defRPr>
            </a:lvl5pPr>
            <a:lvl6pPr>
              <a:defRPr sz="1125">
                <a:solidFill>
                  <a:srgbClr val="617068"/>
                </a:solidFill>
                <a:latin typeface="Arial"/>
                <a:ea typeface="Arial"/>
                <a:cs typeface="Arial"/>
              </a:defRPr>
            </a:lvl6pPr>
            <a:lvl7pPr>
              <a:defRPr sz="1125">
                <a:solidFill>
                  <a:srgbClr val="617068"/>
                </a:solidFill>
                <a:latin typeface="Arial"/>
                <a:ea typeface="Arial"/>
                <a:cs typeface="Arial"/>
              </a:defRPr>
            </a:lvl7pPr>
            <a:lvl8pPr>
              <a:defRPr sz="1125">
                <a:solidFill>
                  <a:srgbClr val="617068"/>
                </a:solidFill>
                <a:latin typeface="Arial"/>
                <a:ea typeface="Arial"/>
                <a:cs typeface="Arial"/>
              </a:defRPr>
            </a:lvl8pPr>
            <a:lvl9pPr>
              <a:defRPr sz="1125">
                <a:solidFill>
                  <a:srgbClr val="617068"/>
                </a:solidFill>
                <a:latin typeface="Arial"/>
                <a:ea typeface="Arial"/>
                <a:cs typeface="Arial"/>
              </a:defRPr>
            </a:lvl9pPr>
          </a:lstStyle>
          <a:p>
            <a:pPr>
              <a:defRPr sz="1125">
                <a:solidFill>
                  <a:srgbClr val="617068"/>
                </a:solidFill>
                <a:latin typeface="Arial"/>
                <a:ea typeface="Arial"/>
                <a:cs typeface="Arial"/>
              </a:defRPr>
            </a:pPr>
            <a:r>
              <a:rPr sz="1125">
                <a:solidFill>
                  <a:srgbClr val="617068"/>
                </a:solidFill>
                <a:latin typeface="Arial"/>
                <a:ea typeface="Arial"/>
                <a:cs typeface="Arial"/>
              </a:rPr>
              <a:t>Se comparan pipelines completos: los descriptores difieren entre modelos.</a:t>
            </a:r>
          </a:p>
        </p:txBody>
      </p:sp>
    </p:spTree>
    <p:extLst>
      <p:ext uri="{BB962C8B-B14F-4D97-AF65-F5344CB8AC3E}">
        <p14:creationId xmlns:p14="http://schemas.microsoft.com/office/powerpoint/2010/main" val="873448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12F0796-8743-4F1E-9B9C-70582F207E31}"/>
              </a:ext>
            </a:extLst>
          </p:cNvPr>
          <p:cNvSpPr>
            <a:spLocks noGrp="1"/>
          </p:cNvSpPr>
          <p:nvPr/>
        </p:nvSpPr>
        <p:spPr>
          <a:xfrm>
            <a:off x="609600" y="400050"/>
            <a:ext cx="10572750" cy="628650"/>
          </a:xfrm>
          <a:prstGeom prst="rect">
            <a:avLst/>
          </a:prstGeom>
          <a:noFill/>
          <a:ln w="0">
            <a:noFill/>
          </a:ln>
        </p:spPr>
        <p:txBody>
          <a:bodyPr/>
          <a:lstStyle>
            <a:defPPr>
              <a:defRPr sz="3300" b="1">
                <a:solidFill>
                  <a:srgbClr val="173A2B"/>
                </a:solidFill>
                <a:latin typeface="Arial"/>
                <a:ea typeface="Arial"/>
                <a:cs typeface="Arial"/>
              </a:defRPr>
            </a:defPPr>
            <a:lvl1pPr>
              <a:defRPr sz="3300" b="1">
                <a:solidFill>
                  <a:srgbClr val="173A2B"/>
                </a:solidFill>
                <a:latin typeface="Arial"/>
                <a:ea typeface="Arial"/>
                <a:cs typeface="Arial"/>
              </a:defRPr>
            </a:lvl1pPr>
            <a:lvl2pPr>
              <a:defRPr sz="3300" b="1">
                <a:solidFill>
                  <a:srgbClr val="173A2B"/>
                </a:solidFill>
                <a:latin typeface="Arial"/>
                <a:ea typeface="Arial"/>
                <a:cs typeface="Arial"/>
              </a:defRPr>
            </a:lvl2pPr>
            <a:lvl3pPr>
              <a:defRPr sz="3300" b="1">
                <a:solidFill>
                  <a:srgbClr val="173A2B"/>
                </a:solidFill>
                <a:latin typeface="Arial"/>
                <a:ea typeface="Arial"/>
                <a:cs typeface="Arial"/>
              </a:defRPr>
            </a:lvl3pPr>
            <a:lvl4pPr>
              <a:defRPr sz="3300" b="1">
                <a:solidFill>
                  <a:srgbClr val="173A2B"/>
                </a:solidFill>
                <a:latin typeface="Arial"/>
                <a:ea typeface="Arial"/>
                <a:cs typeface="Arial"/>
              </a:defRPr>
            </a:lvl4pPr>
            <a:lvl5pPr>
              <a:defRPr sz="3300" b="1">
                <a:solidFill>
                  <a:srgbClr val="173A2B"/>
                </a:solidFill>
                <a:latin typeface="Arial"/>
                <a:ea typeface="Arial"/>
                <a:cs typeface="Arial"/>
              </a:defRPr>
            </a:lvl5pPr>
            <a:lvl6pPr>
              <a:defRPr sz="3300" b="1">
                <a:solidFill>
                  <a:srgbClr val="173A2B"/>
                </a:solidFill>
                <a:latin typeface="Arial"/>
                <a:ea typeface="Arial"/>
                <a:cs typeface="Arial"/>
              </a:defRPr>
            </a:lvl6pPr>
            <a:lvl7pPr>
              <a:defRPr sz="3300" b="1">
                <a:solidFill>
                  <a:srgbClr val="173A2B"/>
                </a:solidFill>
                <a:latin typeface="Arial"/>
                <a:ea typeface="Arial"/>
                <a:cs typeface="Arial"/>
              </a:defRPr>
            </a:lvl7pPr>
            <a:lvl8pPr>
              <a:defRPr sz="3300" b="1">
                <a:solidFill>
                  <a:srgbClr val="173A2B"/>
                </a:solidFill>
                <a:latin typeface="Arial"/>
                <a:ea typeface="Arial"/>
                <a:cs typeface="Arial"/>
              </a:defRPr>
            </a:lvl8pPr>
            <a:lvl9pPr>
              <a:defRPr sz="3300" b="1">
                <a:solidFill>
                  <a:srgbClr val="173A2B"/>
                </a:solidFill>
                <a:latin typeface="Arial"/>
                <a:ea typeface="Arial"/>
                <a:cs typeface="Arial"/>
              </a:defRPr>
            </a:lvl9pPr>
          </a:lstStyle>
          <a:p>
            <a:pPr>
              <a:defRPr sz="3300" b="1">
                <a:solidFill>
                  <a:srgbClr val="173A2B"/>
                </a:solidFill>
                <a:latin typeface="Arial"/>
                <a:ea typeface="Arial"/>
                <a:cs typeface="Arial"/>
              </a:defRPr>
            </a:pPr>
            <a:r>
              <a:rPr sz="3300" b="1">
                <a:solidFill>
                  <a:srgbClr val="173A2B"/>
                </a:solidFill>
                <a:latin typeface="Arial"/>
                <a:ea typeface="Arial"/>
                <a:cs typeface="Arial"/>
              </a:rPr>
              <a:t>Comparación de modelos</a:t>
            </a:r>
          </a:p>
        </p:txBody>
      </p:sp>
      <p:sp>
        <p:nvSpPr>
          <p:cNvPr id="2" name="Rectángulo 1">
            <a:extLst>
              <a:ext uri="{FF2B5EF4-FFF2-40B4-BE49-F238E27FC236}">
                <a16:creationId xmlns:a16="http://schemas.microsoft.com/office/drawing/2014/main" id="{CC9341F7-29D4-4278-9666-0667F32E9E0C}"/>
              </a:ext>
            </a:extLst>
          </p:cNvPr>
          <p:cNvSpPr>
            <a:spLocks noGrp="1"/>
          </p:cNvSpPr>
          <p:nvPr/>
        </p:nvSpPr>
        <p:spPr>
          <a:xfrm>
            <a:off x="11334750" y="504825"/>
            <a:ext cx="381000" cy="285750"/>
          </a:xfrm>
          <a:prstGeom prst="rect">
            <a:avLst/>
          </a:prstGeom>
          <a:noFill/>
          <a:ln w="0">
            <a:noFill/>
          </a:ln>
        </p:spPr>
        <p:txBody>
          <a:bodyPr/>
          <a:lstStyle>
            <a:defPPr>
              <a:defRPr sz="1350">
                <a:solidFill>
                  <a:srgbClr val="617068"/>
                </a:solidFill>
                <a:latin typeface="Arial"/>
                <a:ea typeface="Arial"/>
                <a:cs typeface="Arial"/>
              </a:defRPr>
            </a:defPPr>
            <a:lvl1pPr>
              <a:defRPr sz="1350">
                <a:solidFill>
                  <a:srgbClr val="617068"/>
                </a:solidFill>
                <a:latin typeface="Arial"/>
                <a:ea typeface="Arial"/>
                <a:cs typeface="Arial"/>
              </a:defRPr>
            </a:lvl1pPr>
            <a:lvl2pPr>
              <a:defRPr sz="1350">
                <a:solidFill>
                  <a:srgbClr val="617068"/>
                </a:solidFill>
                <a:latin typeface="Arial"/>
                <a:ea typeface="Arial"/>
                <a:cs typeface="Arial"/>
              </a:defRPr>
            </a:lvl2pPr>
            <a:lvl3pPr>
              <a:defRPr sz="1350">
                <a:solidFill>
                  <a:srgbClr val="617068"/>
                </a:solidFill>
                <a:latin typeface="Arial"/>
                <a:ea typeface="Arial"/>
                <a:cs typeface="Arial"/>
              </a:defRPr>
            </a:lvl3pPr>
            <a:lvl4pPr>
              <a:defRPr sz="1350">
                <a:solidFill>
                  <a:srgbClr val="617068"/>
                </a:solidFill>
                <a:latin typeface="Arial"/>
                <a:ea typeface="Arial"/>
                <a:cs typeface="Arial"/>
              </a:defRPr>
            </a:lvl4pPr>
            <a:lvl5pPr>
              <a:defRPr sz="1350">
                <a:solidFill>
                  <a:srgbClr val="617068"/>
                </a:solidFill>
                <a:latin typeface="Arial"/>
                <a:ea typeface="Arial"/>
                <a:cs typeface="Arial"/>
              </a:defRPr>
            </a:lvl5pPr>
            <a:lvl6pPr>
              <a:defRPr sz="1350">
                <a:solidFill>
                  <a:srgbClr val="617068"/>
                </a:solidFill>
                <a:latin typeface="Arial"/>
                <a:ea typeface="Arial"/>
                <a:cs typeface="Arial"/>
              </a:defRPr>
            </a:lvl6pPr>
            <a:lvl7pPr>
              <a:defRPr sz="1350">
                <a:solidFill>
                  <a:srgbClr val="617068"/>
                </a:solidFill>
                <a:latin typeface="Arial"/>
                <a:ea typeface="Arial"/>
                <a:cs typeface="Arial"/>
              </a:defRPr>
            </a:lvl7pPr>
            <a:lvl8pPr>
              <a:defRPr sz="1350">
                <a:solidFill>
                  <a:srgbClr val="617068"/>
                </a:solidFill>
                <a:latin typeface="Arial"/>
                <a:ea typeface="Arial"/>
                <a:cs typeface="Arial"/>
              </a:defRPr>
            </a:lvl8pPr>
            <a:lvl9pPr>
              <a:defRPr sz="1350">
                <a:solidFill>
                  <a:srgbClr val="617068"/>
                </a:solidFill>
                <a:latin typeface="Arial"/>
                <a:ea typeface="Arial"/>
                <a:cs typeface="Arial"/>
              </a:defRPr>
            </a:lvl9pPr>
          </a:lstStyle>
          <a:p>
            <a:pPr>
              <a:defRPr sz="1350">
                <a:solidFill>
                  <a:srgbClr val="617068"/>
                </a:solidFill>
                <a:latin typeface="Arial"/>
                <a:ea typeface="Arial"/>
                <a:cs typeface="Arial"/>
              </a:defRPr>
            </a:pPr>
            <a:r>
              <a:rPr sz="1350">
                <a:solidFill>
                  <a:srgbClr val="617068"/>
                </a:solidFill>
                <a:latin typeface="Arial"/>
                <a:ea typeface="Arial"/>
                <a:cs typeface="Arial"/>
              </a:rPr>
              <a:t>06</a:t>
            </a:r>
          </a:p>
        </p:txBody>
      </p:sp>
      <p:graphicFrame>
        <p:nvGraphicFramePr>
          <p:cNvPr id="3" name="Chart">
            <a:extLst>
              <a:ext uri="{FF2B5EF4-FFF2-40B4-BE49-F238E27FC236}">
                <a16:creationId xmlns:a16="http://schemas.microsoft.com/office/drawing/2014/main" id="{6543DFB4-EF04-4335-A705-01A3B7EE7D05}"/>
              </a:ext>
            </a:extLst>
          </p:cNvPr>
          <p:cNvGraphicFramePr/>
          <p:nvPr/>
        </p:nvGraphicFramePr>
        <p:xfrm>
          <a:off x="476250" y="1381125"/>
          <a:ext cx="7239000" cy="2667000"/>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ángulo 3">
            <a:extLst>
              <a:ext uri="{FF2B5EF4-FFF2-40B4-BE49-F238E27FC236}">
                <a16:creationId xmlns:a16="http://schemas.microsoft.com/office/drawing/2014/main" id="{DCE1D25B-809D-42FC-8C85-DFFFA896B5FE}"/>
              </a:ext>
            </a:extLst>
          </p:cNvPr>
          <p:cNvSpPr>
            <a:spLocks noGrp="1"/>
          </p:cNvSpPr>
          <p:nvPr/>
        </p:nvSpPr>
        <p:spPr>
          <a:xfrm>
            <a:off x="8477250" y="1685925"/>
            <a:ext cx="2857500" cy="838200"/>
          </a:xfrm>
          <a:prstGeom prst="rect">
            <a:avLst/>
          </a:prstGeom>
          <a:noFill/>
          <a:ln w="0">
            <a:noFill/>
          </a:ln>
        </p:spPr>
        <p:txBody>
          <a:bodyPr/>
          <a:lstStyle>
            <a:defPPr>
              <a:defRPr sz="5400" b="1">
                <a:solidFill>
                  <a:srgbClr val="173A2B"/>
                </a:solidFill>
                <a:latin typeface="Arial"/>
                <a:ea typeface="Arial"/>
                <a:cs typeface="Arial"/>
              </a:defRPr>
            </a:defPPr>
            <a:lvl1pPr>
              <a:defRPr sz="5400" b="1">
                <a:solidFill>
                  <a:srgbClr val="173A2B"/>
                </a:solidFill>
                <a:latin typeface="Arial"/>
                <a:ea typeface="Arial"/>
                <a:cs typeface="Arial"/>
              </a:defRPr>
            </a:lvl1pPr>
            <a:lvl2pPr>
              <a:defRPr sz="5400" b="1">
                <a:solidFill>
                  <a:srgbClr val="173A2B"/>
                </a:solidFill>
                <a:latin typeface="Arial"/>
                <a:ea typeface="Arial"/>
                <a:cs typeface="Arial"/>
              </a:defRPr>
            </a:lvl2pPr>
            <a:lvl3pPr>
              <a:defRPr sz="5400" b="1">
                <a:solidFill>
                  <a:srgbClr val="173A2B"/>
                </a:solidFill>
                <a:latin typeface="Arial"/>
                <a:ea typeface="Arial"/>
                <a:cs typeface="Arial"/>
              </a:defRPr>
            </a:lvl3pPr>
            <a:lvl4pPr>
              <a:defRPr sz="5400" b="1">
                <a:solidFill>
                  <a:srgbClr val="173A2B"/>
                </a:solidFill>
                <a:latin typeface="Arial"/>
                <a:ea typeface="Arial"/>
                <a:cs typeface="Arial"/>
              </a:defRPr>
            </a:lvl4pPr>
            <a:lvl5pPr>
              <a:defRPr sz="5400" b="1">
                <a:solidFill>
                  <a:srgbClr val="173A2B"/>
                </a:solidFill>
                <a:latin typeface="Arial"/>
                <a:ea typeface="Arial"/>
                <a:cs typeface="Arial"/>
              </a:defRPr>
            </a:lvl5pPr>
            <a:lvl6pPr>
              <a:defRPr sz="5400" b="1">
                <a:solidFill>
                  <a:srgbClr val="173A2B"/>
                </a:solidFill>
                <a:latin typeface="Arial"/>
                <a:ea typeface="Arial"/>
                <a:cs typeface="Arial"/>
              </a:defRPr>
            </a:lvl6pPr>
            <a:lvl7pPr>
              <a:defRPr sz="5400" b="1">
                <a:solidFill>
                  <a:srgbClr val="173A2B"/>
                </a:solidFill>
                <a:latin typeface="Arial"/>
                <a:ea typeface="Arial"/>
                <a:cs typeface="Arial"/>
              </a:defRPr>
            </a:lvl7pPr>
            <a:lvl8pPr>
              <a:defRPr sz="5400" b="1">
                <a:solidFill>
                  <a:srgbClr val="173A2B"/>
                </a:solidFill>
                <a:latin typeface="Arial"/>
                <a:ea typeface="Arial"/>
                <a:cs typeface="Arial"/>
              </a:defRPr>
            </a:lvl8pPr>
            <a:lvl9pPr>
              <a:defRPr sz="5400" b="1">
                <a:solidFill>
                  <a:srgbClr val="173A2B"/>
                </a:solidFill>
                <a:latin typeface="Arial"/>
                <a:ea typeface="Arial"/>
                <a:cs typeface="Arial"/>
              </a:defRPr>
            </a:lvl9pPr>
          </a:lstStyle>
          <a:p>
            <a:pPr>
              <a:defRPr sz="5400" b="1">
                <a:solidFill>
                  <a:srgbClr val="173A2B"/>
                </a:solidFill>
                <a:latin typeface="Arial"/>
                <a:ea typeface="Arial"/>
                <a:cs typeface="Arial"/>
              </a:defRPr>
            </a:pPr>
            <a:r>
              <a:rPr sz="5400" b="1">
                <a:solidFill>
                  <a:srgbClr val="173A2B"/>
                </a:solidFill>
                <a:latin typeface="Arial"/>
                <a:ea typeface="Arial"/>
                <a:cs typeface="Arial"/>
              </a:rPr>
              <a:t>0.267</a:t>
            </a:r>
          </a:p>
        </p:txBody>
      </p:sp>
      <p:sp>
        <p:nvSpPr>
          <p:cNvPr id="5" name="Rectángulo 4">
            <a:extLst>
              <a:ext uri="{FF2B5EF4-FFF2-40B4-BE49-F238E27FC236}">
                <a16:creationId xmlns:a16="http://schemas.microsoft.com/office/drawing/2014/main" id="{EC6B69D0-A007-4792-8DA4-E01CBE2B40AD}"/>
              </a:ext>
            </a:extLst>
          </p:cNvPr>
          <p:cNvSpPr>
            <a:spLocks noGrp="1"/>
          </p:cNvSpPr>
          <p:nvPr/>
        </p:nvSpPr>
        <p:spPr>
          <a:xfrm>
            <a:off x="8477250" y="2667000"/>
            <a:ext cx="3048000" cy="952500"/>
          </a:xfrm>
          <a:prstGeom prst="rect">
            <a:avLst/>
          </a:prstGeom>
          <a:noFill/>
          <a:ln w="0">
            <a:noFill/>
          </a:ln>
        </p:spPr>
        <p:txBody>
          <a:bodyPr/>
          <a:lstStyle>
            <a:defPPr>
              <a:defRPr sz="2250">
                <a:solidFill>
                  <a:srgbClr val="25332C"/>
                </a:solidFill>
                <a:latin typeface="Arial"/>
                <a:ea typeface="Arial"/>
                <a:cs typeface="Arial"/>
              </a:defRPr>
            </a:defPPr>
            <a:lvl1pPr>
              <a:defRPr sz="2250">
                <a:solidFill>
                  <a:srgbClr val="25332C"/>
                </a:solidFill>
                <a:latin typeface="Arial"/>
                <a:ea typeface="Arial"/>
                <a:cs typeface="Arial"/>
              </a:defRPr>
            </a:lvl1pPr>
            <a:lvl2pPr>
              <a:defRPr sz="2250">
                <a:solidFill>
                  <a:srgbClr val="25332C"/>
                </a:solidFill>
                <a:latin typeface="Arial"/>
                <a:ea typeface="Arial"/>
                <a:cs typeface="Arial"/>
              </a:defRPr>
            </a:lvl2pPr>
            <a:lvl3pPr>
              <a:defRPr sz="2250">
                <a:solidFill>
                  <a:srgbClr val="25332C"/>
                </a:solidFill>
                <a:latin typeface="Arial"/>
                <a:ea typeface="Arial"/>
                <a:cs typeface="Arial"/>
              </a:defRPr>
            </a:lvl3pPr>
            <a:lvl4pPr>
              <a:defRPr sz="2250">
                <a:solidFill>
                  <a:srgbClr val="25332C"/>
                </a:solidFill>
                <a:latin typeface="Arial"/>
                <a:ea typeface="Arial"/>
                <a:cs typeface="Arial"/>
              </a:defRPr>
            </a:lvl4pPr>
            <a:lvl5pPr>
              <a:defRPr sz="2250">
                <a:solidFill>
                  <a:srgbClr val="25332C"/>
                </a:solidFill>
                <a:latin typeface="Arial"/>
                <a:ea typeface="Arial"/>
                <a:cs typeface="Arial"/>
              </a:defRPr>
            </a:lvl5pPr>
            <a:lvl6pPr>
              <a:defRPr sz="2250">
                <a:solidFill>
                  <a:srgbClr val="25332C"/>
                </a:solidFill>
                <a:latin typeface="Arial"/>
                <a:ea typeface="Arial"/>
                <a:cs typeface="Arial"/>
              </a:defRPr>
            </a:lvl6pPr>
            <a:lvl7pPr>
              <a:defRPr sz="2250">
                <a:solidFill>
                  <a:srgbClr val="25332C"/>
                </a:solidFill>
                <a:latin typeface="Arial"/>
                <a:ea typeface="Arial"/>
                <a:cs typeface="Arial"/>
              </a:defRPr>
            </a:lvl7pPr>
            <a:lvl8pPr>
              <a:defRPr sz="2250">
                <a:solidFill>
                  <a:srgbClr val="25332C"/>
                </a:solidFill>
                <a:latin typeface="Arial"/>
                <a:ea typeface="Arial"/>
                <a:cs typeface="Arial"/>
              </a:defRPr>
            </a:lvl8pPr>
            <a:lvl9pPr>
              <a:defRPr sz="2250">
                <a:solidFill>
                  <a:srgbClr val="25332C"/>
                </a:solidFill>
                <a:latin typeface="Arial"/>
                <a:ea typeface="Arial"/>
                <a:cs typeface="Arial"/>
              </a:defRPr>
            </a:lvl9pPr>
          </a:lstStyle>
          <a:p>
            <a:pPr>
              <a:defRPr sz="2250">
                <a:solidFill>
                  <a:srgbClr val="25332C"/>
                </a:solidFill>
                <a:latin typeface="Arial"/>
                <a:ea typeface="Arial"/>
                <a:cs typeface="Arial"/>
              </a:defRPr>
            </a:pPr>
            <a:r>
              <a:rPr sz="2250">
                <a:solidFill>
                  <a:srgbClr val="25332C"/>
                </a:solidFill>
                <a:latin typeface="Arial"/>
                <a:ea typeface="Arial"/>
                <a:cs typeface="Arial"/>
              </a:rPr>
              <a:t>Mejor F1 macro</a:t>
            </a:r>
          </a:p>
          <a:p>
            <a:pPr>
              <a:defRPr sz="2250">
                <a:solidFill>
                  <a:srgbClr val="25332C"/>
                </a:solidFill>
                <a:latin typeface="Arial"/>
                <a:ea typeface="Arial"/>
                <a:cs typeface="Arial"/>
              </a:defRPr>
            </a:pPr>
            <a:r>
              <a:rPr sz="2250">
                <a:solidFill>
                  <a:srgbClr val="25332C"/>
                </a:solidFill>
                <a:latin typeface="Arial"/>
                <a:ea typeface="Arial"/>
                <a:cs typeface="Arial"/>
              </a:rPr>
              <a:t>en esta corrida</a:t>
            </a:r>
          </a:p>
        </p:txBody>
      </p:sp>
      <p:graphicFrame>
        <p:nvGraphicFramePr>
          <p:cNvPr id="6" name="Tabla 5">
            <a:extLst>
              <a:ext uri="{FF2B5EF4-FFF2-40B4-BE49-F238E27FC236}">
                <a16:creationId xmlns:a16="http://schemas.microsoft.com/office/drawing/2014/main" id="{0EB0F9BB-972F-4091-9A23-9AE52BF14A6C}"/>
              </a:ext>
            </a:extLst>
          </p:cNvPr>
          <p:cNvGraphicFramePr/>
          <p:nvPr/>
        </p:nvGraphicFramePr>
        <p:xfrm>
          <a:off x="609600" y="4305300"/>
          <a:ext cx="10972800" cy="1920240"/>
        </p:xfrm>
        <a:graphic>
          <a:graphicData uri="http://schemas.openxmlformats.org/drawingml/2006/table">
            <a:tbl>
              <a:tblPr/>
              <a:tblGrid>
                <a:gridCol w="37147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686050">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tblGrid>
              <a:tr h="452438">
                <a:tc>
                  <a:txBody>
                    <a:bodyPr/>
                    <a:lstStyle/>
                    <a:p>
                      <a:r>
                        <a:rPr sz="1650" b="1">
                          <a:solidFill>
                            <a:srgbClr val="FFFFFF"/>
                          </a:solidFill>
                          <a:latin typeface="Arial"/>
                          <a:ea typeface="Arial"/>
                          <a:cs typeface="Arial"/>
                        </a:rPr>
                        <a:t>Modelo</a:t>
                      </a:r>
                    </a:p>
                  </a:txBody>
                  <a:tcPr marL="114300" marR="114300" marT="114300" marB="114300" anchor="ctr">
                    <a:lnL w="9525">
                      <a:solidFill>
                        <a:srgbClr val="D9DFD8"/>
                      </a:solidFill>
                      <a:prstDash val="solid"/>
                    </a:lnL>
                    <a:lnR w="9525">
                      <a:solidFill>
                        <a:srgbClr val="D9DFD8"/>
                      </a:solidFill>
                      <a:prstDash val="solid"/>
                    </a:lnR>
                    <a:lnT w="9525">
                      <a:solidFill>
                        <a:srgbClr val="D9DFD8"/>
                      </a:solidFill>
                      <a:prstDash val="solid"/>
                    </a:lnT>
                    <a:lnB w="9525">
                      <a:solidFill>
                        <a:srgbClr val="D9DFD8"/>
                      </a:solidFill>
                      <a:prstDash val="solid"/>
                    </a:lnB>
                    <a:solidFill>
                      <a:srgbClr val="173A2B"/>
                    </a:solidFill>
                  </a:tcPr>
                </a:tc>
                <a:tc>
                  <a:txBody>
                    <a:bodyPr/>
                    <a:lstStyle/>
                    <a:p>
                      <a:r>
                        <a:rPr sz="1650" b="1">
                          <a:solidFill>
                            <a:srgbClr val="FFFFFF"/>
                          </a:solidFill>
                          <a:latin typeface="Arial"/>
                          <a:ea typeface="Arial"/>
                          <a:cs typeface="Arial"/>
                        </a:rPr>
                        <a:t>F1 macro</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a:solidFill>
                        <a:srgbClr val="D9DFD8"/>
                      </a:solidFill>
                      <a:prstDash val="solid"/>
                    </a:lnT>
                    <a:lnB w="9525">
                      <a:solidFill>
                        <a:srgbClr val="D9DFD8"/>
                      </a:solidFill>
                      <a:prstDash val="solid"/>
                    </a:lnB>
                    <a:solidFill>
                      <a:srgbClr val="173A2B"/>
                    </a:solidFill>
                  </a:tcPr>
                </a:tc>
                <a:tc>
                  <a:txBody>
                    <a:bodyPr/>
                    <a:lstStyle/>
                    <a:p>
                      <a:r>
                        <a:rPr sz="1650" b="1">
                          <a:solidFill>
                            <a:srgbClr val="FFFFFF"/>
                          </a:solidFill>
                          <a:latin typeface="Arial"/>
                          <a:ea typeface="Arial"/>
                          <a:cs typeface="Arial"/>
                        </a:rPr>
                        <a:t>Exact. balanceada</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a:solidFill>
                        <a:srgbClr val="D9DFD8"/>
                      </a:solidFill>
                      <a:prstDash val="solid"/>
                    </a:lnT>
                    <a:lnB w="9525">
                      <a:solidFill>
                        <a:srgbClr val="D9DFD8"/>
                      </a:solidFill>
                      <a:prstDash val="solid"/>
                    </a:lnB>
                    <a:solidFill>
                      <a:srgbClr val="173A2B"/>
                    </a:solidFill>
                  </a:tcPr>
                </a:tc>
                <a:tc>
                  <a:txBody>
                    <a:bodyPr/>
                    <a:lstStyle/>
                    <a:p>
                      <a:r>
                        <a:rPr sz="1650" b="1">
                          <a:solidFill>
                            <a:srgbClr val="FFFFFF"/>
                          </a:solidFill>
                          <a:latin typeface="Arial"/>
                          <a:ea typeface="Arial"/>
                          <a:cs typeface="Arial"/>
                        </a:rPr>
                        <a:t>Exact. global</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a:solidFill>
                        <a:srgbClr val="D9DFD8"/>
                      </a:solidFill>
                      <a:prstDash val="solid"/>
                    </a:lnT>
                    <a:lnB w="9525">
                      <a:solidFill>
                        <a:srgbClr val="D9DFD8"/>
                      </a:solidFill>
                      <a:prstDash val="solid"/>
                    </a:lnB>
                    <a:solidFill>
                      <a:srgbClr val="173A2B"/>
                    </a:solidFill>
                  </a:tcPr>
                </a:tc>
                <a:extLst>
                  <a:ext uri="{0D108BD9-81ED-4DB2-BD59-A6C34878D82A}">
                    <a16:rowId xmlns:a16="http://schemas.microsoft.com/office/drawing/2014/main" val="10000"/>
                  </a:ext>
                </a:extLst>
              </a:tr>
              <a:tr h="452438">
                <a:tc>
                  <a:txBody>
                    <a:bodyPr/>
                    <a:lstStyle/>
                    <a:p>
                      <a:r>
                        <a:rPr sz="1650">
                          <a:solidFill>
                            <a:srgbClr val="25332C"/>
                          </a:solidFill>
                          <a:latin typeface="Arial"/>
                          <a:ea typeface="Arial"/>
                          <a:cs typeface="Arial"/>
                        </a:rPr>
                        <a:t>Bosque aleatorio</a:t>
                      </a:r>
                    </a:p>
                  </a:txBody>
                  <a:tcPr marL="114300" marR="114300" marT="114300" marB="114300" anchor="ctr">
                    <a:lnL w="9525">
                      <a:solidFill>
                        <a:srgbClr val="D9DFD8"/>
                      </a:solidFill>
                      <a:prstDash val="soli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650">
                          <a:solidFill>
                            <a:srgbClr val="25332C"/>
                          </a:solidFill>
                          <a:latin typeface="Arial"/>
                          <a:ea typeface="Arial"/>
                          <a:cs typeface="Arial"/>
                        </a:rPr>
                        <a:t>0.267</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650">
                          <a:solidFill>
                            <a:srgbClr val="25332C"/>
                          </a:solidFill>
                          <a:latin typeface="Arial"/>
                          <a:ea typeface="Arial"/>
                          <a:cs typeface="Arial"/>
                        </a:rPr>
                        <a:t>28.4%</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650">
                          <a:solidFill>
                            <a:srgbClr val="25332C"/>
                          </a:solidFill>
                          <a:latin typeface="Arial"/>
                          <a:ea typeface="Arial"/>
                          <a:cs typeface="Arial"/>
                        </a:rPr>
                        <a:t>75.6%</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extLst>
                  <a:ext uri="{0D108BD9-81ED-4DB2-BD59-A6C34878D82A}">
                    <a16:rowId xmlns:a16="http://schemas.microsoft.com/office/drawing/2014/main" val="10001"/>
                  </a:ext>
                </a:extLst>
              </a:tr>
              <a:tr h="452438">
                <a:tc>
                  <a:txBody>
                    <a:bodyPr/>
                    <a:lstStyle/>
                    <a:p>
                      <a:r>
                        <a:rPr sz="1650">
                          <a:solidFill>
                            <a:srgbClr val="25332C"/>
                          </a:solidFill>
                          <a:latin typeface="Arial"/>
                          <a:ea typeface="Arial"/>
                          <a:cs typeface="Arial"/>
                        </a:rPr>
                        <a:t>Regresión logística</a:t>
                      </a:r>
                    </a:p>
                  </a:txBody>
                  <a:tcPr marL="114300" marR="114300" marT="114300" marB="114300" anchor="ctr">
                    <a:lnL w="9525">
                      <a:solidFill>
                        <a:srgbClr val="D9DFD8"/>
                      </a:solidFill>
                      <a:prstDash val="soli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650">
                          <a:solidFill>
                            <a:srgbClr val="25332C"/>
                          </a:solidFill>
                          <a:latin typeface="Arial"/>
                          <a:ea typeface="Arial"/>
                          <a:cs typeface="Arial"/>
                        </a:rPr>
                        <a:t>0.207</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650">
                          <a:solidFill>
                            <a:srgbClr val="25332C"/>
                          </a:solidFill>
                          <a:latin typeface="Arial"/>
                          <a:ea typeface="Arial"/>
                          <a:cs typeface="Arial"/>
                        </a:rPr>
                        <a:t>20.3%</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650">
                          <a:solidFill>
                            <a:srgbClr val="25332C"/>
                          </a:solidFill>
                          <a:latin typeface="Arial"/>
                          <a:ea typeface="Arial"/>
                          <a:cs typeface="Arial"/>
                        </a:rPr>
                        <a:t>52.4%</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extLst>
                  <a:ext uri="{0D108BD9-81ED-4DB2-BD59-A6C34878D82A}">
                    <a16:rowId xmlns:a16="http://schemas.microsoft.com/office/drawing/2014/main" val="10002"/>
                  </a:ext>
                </a:extLst>
              </a:tr>
              <a:tr h="452438">
                <a:tc>
                  <a:txBody>
                    <a:bodyPr/>
                    <a:lstStyle/>
                    <a:p>
                      <a:r>
                        <a:rPr sz="1650">
                          <a:solidFill>
                            <a:srgbClr val="25332C"/>
                          </a:solidFill>
                          <a:latin typeface="Arial"/>
                          <a:ea typeface="Arial"/>
                          <a:cs typeface="Arial"/>
                        </a:rPr>
                        <a:t>SVM lineal</a:t>
                      </a:r>
                    </a:p>
                  </a:txBody>
                  <a:tcPr marL="114300" marR="114300" marT="114300" marB="114300" anchor="ctr">
                    <a:lnL w="9525">
                      <a:solidFill>
                        <a:srgbClr val="D9DFD8"/>
                      </a:solidFill>
                      <a:prstDash val="soli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650">
                          <a:solidFill>
                            <a:srgbClr val="25332C"/>
                          </a:solidFill>
                          <a:latin typeface="Arial"/>
                          <a:ea typeface="Arial"/>
                          <a:cs typeface="Arial"/>
                        </a:rPr>
                        <a:t>0.198</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650">
                          <a:solidFill>
                            <a:srgbClr val="25332C"/>
                          </a:solidFill>
                          <a:latin typeface="Arial"/>
                          <a:ea typeface="Arial"/>
                          <a:cs typeface="Arial"/>
                        </a:rPr>
                        <a:t>19.3%</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650">
                          <a:solidFill>
                            <a:srgbClr val="25332C"/>
                          </a:solidFill>
                          <a:latin typeface="Arial"/>
                          <a:ea typeface="Arial"/>
                          <a:cs typeface="Arial"/>
                        </a:rPr>
                        <a:t>50.0%</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extLst>
                  <a:ext uri="{0D108BD9-81ED-4DB2-BD59-A6C34878D82A}">
                    <a16:rowId xmlns:a16="http://schemas.microsoft.com/office/drawing/2014/main" val="10003"/>
                  </a:ext>
                </a:extLst>
              </a:tr>
            </a:tbl>
          </a:graphicData>
        </a:graphic>
      </p:graphicFrame>
      <p:sp>
        <p:nvSpPr>
          <p:cNvPr id="7" name="Rectángulo 6">
            <a:extLst>
              <a:ext uri="{FF2B5EF4-FFF2-40B4-BE49-F238E27FC236}">
                <a16:creationId xmlns:a16="http://schemas.microsoft.com/office/drawing/2014/main" id="{145A8F28-9308-4F5A-8F87-549067BC7856}"/>
              </a:ext>
            </a:extLst>
          </p:cNvPr>
          <p:cNvSpPr>
            <a:spLocks noGrp="1"/>
          </p:cNvSpPr>
          <p:nvPr/>
        </p:nvSpPr>
        <p:spPr>
          <a:xfrm>
            <a:off x="609600" y="6315075"/>
            <a:ext cx="10858500" cy="266700"/>
          </a:xfrm>
          <a:prstGeom prst="rect">
            <a:avLst/>
          </a:prstGeom>
          <a:noFill/>
          <a:ln w="0">
            <a:noFill/>
          </a:ln>
        </p:spPr>
        <p:txBody>
          <a:bodyPr/>
          <a:lstStyle>
            <a:defPPr>
              <a:defRPr sz="1125">
                <a:solidFill>
                  <a:srgbClr val="617068"/>
                </a:solidFill>
                <a:latin typeface="Arial"/>
                <a:ea typeface="Arial"/>
                <a:cs typeface="Arial"/>
              </a:defRPr>
            </a:defPPr>
            <a:lvl1pPr>
              <a:defRPr sz="1125">
                <a:solidFill>
                  <a:srgbClr val="617068"/>
                </a:solidFill>
                <a:latin typeface="Arial"/>
                <a:ea typeface="Arial"/>
                <a:cs typeface="Arial"/>
              </a:defRPr>
            </a:lvl1pPr>
            <a:lvl2pPr>
              <a:defRPr sz="1125">
                <a:solidFill>
                  <a:srgbClr val="617068"/>
                </a:solidFill>
                <a:latin typeface="Arial"/>
                <a:ea typeface="Arial"/>
                <a:cs typeface="Arial"/>
              </a:defRPr>
            </a:lvl2pPr>
            <a:lvl3pPr>
              <a:defRPr sz="1125">
                <a:solidFill>
                  <a:srgbClr val="617068"/>
                </a:solidFill>
                <a:latin typeface="Arial"/>
                <a:ea typeface="Arial"/>
                <a:cs typeface="Arial"/>
              </a:defRPr>
            </a:lvl3pPr>
            <a:lvl4pPr>
              <a:defRPr sz="1125">
                <a:solidFill>
                  <a:srgbClr val="617068"/>
                </a:solidFill>
                <a:latin typeface="Arial"/>
                <a:ea typeface="Arial"/>
                <a:cs typeface="Arial"/>
              </a:defRPr>
            </a:lvl4pPr>
            <a:lvl5pPr>
              <a:defRPr sz="1125">
                <a:solidFill>
                  <a:srgbClr val="617068"/>
                </a:solidFill>
                <a:latin typeface="Arial"/>
                <a:ea typeface="Arial"/>
                <a:cs typeface="Arial"/>
              </a:defRPr>
            </a:lvl5pPr>
            <a:lvl6pPr>
              <a:defRPr sz="1125">
                <a:solidFill>
                  <a:srgbClr val="617068"/>
                </a:solidFill>
                <a:latin typeface="Arial"/>
                <a:ea typeface="Arial"/>
                <a:cs typeface="Arial"/>
              </a:defRPr>
            </a:lvl6pPr>
            <a:lvl7pPr>
              <a:defRPr sz="1125">
                <a:solidFill>
                  <a:srgbClr val="617068"/>
                </a:solidFill>
                <a:latin typeface="Arial"/>
                <a:ea typeface="Arial"/>
                <a:cs typeface="Arial"/>
              </a:defRPr>
            </a:lvl7pPr>
            <a:lvl8pPr>
              <a:defRPr sz="1125">
                <a:solidFill>
                  <a:srgbClr val="617068"/>
                </a:solidFill>
                <a:latin typeface="Arial"/>
                <a:ea typeface="Arial"/>
                <a:cs typeface="Arial"/>
              </a:defRPr>
            </a:lvl8pPr>
            <a:lvl9pPr>
              <a:defRPr sz="1125">
                <a:solidFill>
                  <a:srgbClr val="617068"/>
                </a:solidFill>
                <a:latin typeface="Arial"/>
                <a:ea typeface="Arial"/>
                <a:cs typeface="Arial"/>
              </a:defRPr>
            </a:lvl9pPr>
          </a:lstStyle>
          <a:p>
            <a:pPr>
              <a:defRPr sz="1125">
                <a:solidFill>
                  <a:srgbClr val="617068"/>
                </a:solidFill>
                <a:latin typeface="Arial"/>
                <a:ea typeface="Arial"/>
                <a:cs typeface="Arial"/>
              </a:defRPr>
            </a:pPr>
            <a:r>
              <a:rPr sz="1125">
                <a:solidFill>
                  <a:srgbClr val="617068"/>
                </a:solidFill>
                <a:latin typeface="Arial"/>
                <a:ea typeface="Arial"/>
                <a:cs typeface="Arial"/>
              </a:rPr>
              <a:t>Fuente: models/evaluacion/metricas_modelos.csv. Prueba: 410 imágenes.</a:t>
            </a:r>
          </a:p>
        </p:txBody>
      </p:sp>
    </p:spTree>
    <p:extLst>
      <p:ext uri="{BB962C8B-B14F-4D97-AF65-F5344CB8AC3E}">
        <p14:creationId xmlns:p14="http://schemas.microsoft.com/office/powerpoint/2010/main" val="648279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E926D492-D873-40F6-A301-F149FC985410}"/>
              </a:ext>
            </a:extLst>
          </p:cNvPr>
          <p:cNvSpPr>
            <a:spLocks noGrp="1"/>
          </p:cNvSpPr>
          <p:nvPr/>
        </p:nvSpPr>
        <p:spPr>
          <a:xfrm>
            <a:off x="609600" y="400050"/>
            <a:ext cx="10572750" cy="628650"/>
          </a:xfrm>
          <a:prstGeom prst="rect">
            <a:avLst/>
          </a:prstGeom>
          <a:noFill/>
          <a:ln w="0">
            <a:noFill/>
          </a:ln>
        </p:spPr>
        <p:txBody>
          <a:bodyPr/>
          <a:lstStyle>
            <a:defPPr>
              <a:defRPr sz="3300" b="1">
                <a:solidFill>
                  <a:srgbClr val="173A2B"/>
                </a:solidFill>
                <a:latin typeface="Arial"/>
                <a:ea typeface="Arial"/>
                <a:cs typeface="Arial"/>
              </a:defRPr>
            </a:defPPr>
            <a:lvl1pPr>
              <a:defRPr sz="3300" b="1">
                <a:solidFill>
                  <a:srgbClr val="173A2B"/>
                </a:solidFill>
                <a:latin typeface="Arial"/>
                <a:ea typeface="Arial"/>
                <a:cs typeface="Arial"/>
              </a:defRPr>
            </a:lvl1pPr>
            <a:lvl2pPr>
              <a:defRPr sz="3300" b="1">
                <a:solidFill>
                  <a:srgbClr val="173A2B"/>
                </a:solidFill>
                <a:latin typeface="Arial"/>
                <a:ea typeface="Arial"/>
                <a:cs typeface="Arial"/>
              </a:defRPr>
            </a:lvl2pPr>
            <a:lvl3pPr>
              <a:defRPr sz="3300" b="1">
                <a:solidFill>
                  <a:srgbClr val="173A2B"/>
                </a:solidFill>
                <a:latin typeface="Arial"/>
                <a:ea typeface="Arial"/>
                <a:cs typeface="Arial"/>
              </a:defRPr>
            </a:lvl3pPr>
            <a:lvl4pPr>
              <a:defRPr sz="3300" b="1">
                <a:solidFill>
                  <a:srgbClr val="173A2B"/>
                </a:solidFill>
                <a:latin typeface="Arial"/>
                <a:ea typeface="Arial"/>
                <a:cs typeface="Arial"/>
              </a:defRPr>
            </a:lvl4pPr>
            <a:lvl5pPr>
              <a:defRPr sz="3300" b="1">
                <a:solidFill>
                  <a:srgbClr val="173A2B"/>
                </a:solidFill>
                <a:latin typeface="Arial"/>
                <a:ea typeface="Arial"/>
                <a:cs typeface="Arial"/>
              </a:defRPr>
            </a:lvl5pPr>
            <a:lvl6pPr>
              <a:defRPr sz="3300" b="1">
                <a:solidFill>
                  <a:srgbClr val="173A2B"/>
                </a:solidFill>
                <a:latin typeface="Arial"/>
                <a:ea typeface="Arial"/>
                <a:cs typeface="Arial"/>
              </a:defRPr>
            </a:lvl6pPr>
            <a:lvl7pPr>
              <a:defRPr sz="3300" b="1">
                <a:solidFill>
                  <a:srgbClr val="173A2B"/>
                </a:solidFill>
                <a:latin typeface="Arial"/>
                <a:ea typeface="Arial"/>
                <a:cs typeface="Arial"/>
              </a:defRPr>
            </a:lvl7pPr>
            <a:lvl8pPr>
              <a:defRPr sz="3300" b="1">
                <a:solidFill>
                  <a:srgbClr val="173A2B"/>
                </a:solidFill>
                <a:latin typeface="Arial"/>
                <a:ea typeface="Arial"/>
                <a:cs typeface="Arial"/>
              </a:defRPr>
            </a:lvl8pPr>
            <a:lvl9pPr>
              <a:defRPr sz="3300" b="1">
                <a:solidFill>
                  <a:srgbClr val="173A2B"/>
                </a:solidFill>
                <a:latin typeface="Arial"/>
                <a:ea typeface="Arial"/>
                <a:cs typeface="Arial"/>
              </a:defRPr>
            </a:lvl9pPr>
          </a:lstStyle>
          <a:p>
            <a:pPr>
              <a:defRPr sz="3300" b="1">
                <a:solidFill>
                  <a:srgbClr val="173A2B"/>
                </a:solidFill>
                <a:latin typeface="Arial"/>
                <a:ea typeface="Arial"/>
                <a:cs typeface="Arial"/>
              </a:defRPr>
            </a:pPr>
            <a:r>
              <a:rPr sz="3300" b="1">
                <a:solidFill>
                  <a:srgbClr val="173A2B"/>
                </a:solidFill>
                <a:latin typeface="Arial"/>
                <a:ea typeface="Arial"/>
                <a:cs typeface="Arial"/>
              </a:rPr>
              <a:t>Errores por clase</a:t>
            </a:r>
          </a:p>
        </p:txBody>
      </p:sp>
      <p:sp>
        <p:nvSpPr>
          <p:cNvPr id="2" name="Rectángulo 1">
            <a:extLst>
              <a:ext uri="{FF2B5EF4-FFF2-40B4-BE49-F238E27FC236}">
                <a16:creationId xmlns:a16="http://schemas.microsoft.com/office/drawing/2014/main" id="{9F0B90F6-A432-42E3-8902-102626A5ECA2}"/>
              </a:ext>
            </a:extLst>
          </p:cNvPr>
          <p:cNvSpPr>
            <a:spLocks noGrp="1"/>
          </p:cNvSpPr>
          <p:nvPr/>
        </p:nvSpPr>
        <p:spPr>
          <a:xfrm>
            <a:off x="11334750" y="504825"/>
            <a:ext cx="381000" cy="285750"/>
          </a:xfrm>
          <a:prstGeom prst="rect">
            <a:avLst/>
          </a:prstGeom>
          <a:noFill/>
          <a:ln w="0">
            <a:noFill/>
          </a:ln>
        </p:spPr>
        <p:txBody>
          <a:bodyPr/>
          <a:lstStyle>
            <a:defPPr>
              <a:defRPr sz="1350">
                <a:solidFill>
                  <a:srgbClr val="617068"/>
                </a:solidFill>
                <a:latin typeface="Arial"/>
                <a:ea typeface="Arial"/>
                <a:cs typeface="Arial"/>
              </a:defRPr>
            </a:defPPr>
            <a:lvl1pPr>
              <a:defRPr sz="1350">
                <a:solidFill>
                  <a:srgbClr val="617068"/>
                </a:solidFill>
                <a:latin typeface="Arial"/>
                <a:ea typeface="Arial"/>
                <a:cs typeface="Arial"/>
              </a:defRPr>
            </a:lvl1pPr>
            <a:lvl2pPr>
              <a:defRPr sz="1350">
                <a:solidFill>
                  <a:srgbClr val="617068"/>
                </a:solidFill>
                <a:latin typeface="Arial"/>
                <a:ea typeface="Arial"/>
                <a:cs typeface="Arial"/>
              </a:defRPr>
            </a:lvl2pPr>
            <a:lvl3pPr>
              <a:defRPr sz="1350">
                <a:solidFill>
                  <a:srgbClr val="617068"/>
                </a:solidFill>
                <a:latin typeface="Arial"/>
                <a:ea typeface="Arial"/>
                <a:cs typeface="Arial"/>
              </a:defRPr>
            </a:lvl3pPr>
            <a:lvl4pPr>
              <a:defRPr sz="1350">
                <a:solidFill>
                  <a:srgbClr val="617068"/>
                </a:solidFill>
                <a:latin typeface="Arial"/>
                <a:ea typeface="Arial"/>
                <a:cs typeface="Arial"/>
              </a:defRPr>
            </a:lvl4pPr>
            <a:lvl5pPr>
              <a:defRPr sz="1350">
                <a:solidFill>
                  <a:srgbClr val="617068"/>
                </a:solidFill>
                <a:latin typeface="Arial"/>
                <a:ea typeface="Arial"/>
                <a:cs typeface="Arial"/>
              </a:defRPr>
            </a:lvl5pPr>
            <a:lvl6pPr>
              <a:defRPr sz="1350">
                <a:solidFill>
                  <a:srgbClr val="617068"/>
                </a:solidFill>
                <a:latin typeface="Arial"/>
                <a:ea typeface="Arial"/>
                <a:cs typeface="Arial"/>
              </a:defRPr>
            </a:lvl6pPr>
            <a:lvl7pPr>
              <a:defRPr sz="1350">
                <a:solidFill>
                  <a:srgbClr val="617068"/>
                </a:solidFill>
                <a:latin typeface="Arial"/>
                <a:ea typeface="Arial"/>
                <a:cs typeface="Arial"/>
              </a:defRPr>
            </a:lvl7pPr>
            <a:lvl8pPr>
              <a:defRPr sz="1350">
                <a:solidFill>
                  <a:srgbClr val="617068"/>
                </a:solidFill>
                <a:latin typeface="Arial"/>
                <a:ea typeface="Arial"/>
                <a:cs typeface="Arial"/>
              </a:defRPr>
            </a:lvl8pPr>
            <a:lvl9pPr>
              <a:defRPr sz="1350">
                <a:solidFill>
                  <a:srgbClr val="617068"/>
                </a:solidFill>
                <a:latin typeface="Arial"/>
                <a:ea typeface="Arial"/>
                <a:cs typeface="Arial"/>
              </a:defRPr>
            </a:lvl9pPr>
          </a:lstStyle>
          <a:p>
            <a:pPr>
              <a:defRPr sz="1350">
                <a:solidFill>
                  <a:srgbClr val="617068"/>
                </a:solidFill>
                <a:latin typeface="Arial"/>
                <a:ea typeface="Arial"/>
                <a:cs typeface="Arial"/>
              </a:defRPr>
            </a:pPr>
            <a:r>
              <a:rPr sz="1350">
                <a:solidFill>
                  <a:srgbClr val="617068"/>
                </a:solidFill>
                <a:latin typeface="Arial"/>
                <a:ea typeface="Arial"/>
                <a:cs typeface="Arial"/>
              </a:rPr>
              <a:t>07</a:t>
            </a:r>
          </a:p>
        </p:txBody>
      </p:sp>
      <p:graphicFrame>
        <p:nvGraphicFramePr>
          <p:cNvPr id="3" name="Chart">
            <a:extLst>
              <a:ext uri="{FF2B5EF4-FFF2-40B4-BE49-F238E27FC236}">
                <a16:creationId xmlns:a16="http://schemas.microsoft.com/office/drawing/2014/main" id="{AC559C94-ADB5-4C40-A538-AD35BD63AD71}"/>
              </a:ext>
            </a:extLst>
          </p:cNvPr>
          <p:cNvGraphicFramePr/>
          <p:nvPr/>
        </p:nvGraphicFramePr>
        <p:xfrm>
          <a:off x="428625" y="1476375"/>
          <a:ext cx="8096250" cy="4048125"/>
        </p:xfrm>
        <a:graphic>
          <a:graphicData uri="http://schemas.openxmlformats.org/drawingml/2006/chart">
            <c:chart xmlns:c="http://schemas.openxmlformats.org/drawingml/2006/chart" xmlns:r="http://schemas.openxmlformats.org/officeDocument/2006/relationships" r:id="rId3"/>
          </a:graphicData>
        </a:graphic>
      </p:graphicFrame>
      <p:sp>
        <p:nvSpPr>
          <p:cNvPr id="4" name="Rectángulo 3">
            <a:extLst>
              <a:ext uri="{FF2B5EF4-FFF2-40B4-BE49-F238E27FC236}">
                <a16:creationId xmlns:a16="http://schemas.microsoft.com/office/drawing/2014/main" id="{B0EE73A4-9F71-44E0-8853-FD05CDC94DBA}"/>
              </a:ext>
            </a:extLst>
          </p:cNvPr>
          <p:cNvSpPr>
            <a:spLocks noGrp="1"/>
          </p:cNvSpPr>
          <p:nvPr/>
        </p:nvSpPr>
        <p:spPr>
          <a:xfrm>
            <a:off x="8924925" y="1885950"/>
            <a:ext cx="2857500" cy="1476375"/>
          </a:xfrm>
          <a:prstGeom prst="rect">
            <a:avLst/>
          </a:prstGeom>
          <a:noFill/>
          <a:ln w="0">
            <a:noFill/>
          </a:ln>
        </p:spPr>
        <p:txBody>
          <a:bodyPr/>
          <a:lstStyle>
            <a:defPPr>
              <a:defRPr sz="2775" b="1">
                <a:solidFill>
                  <a:srgbClr val="A64B38"/>
                </a:solidFill>
                <a:latin typeface="Arial"/>
                <a:ea typeface="Arial"/>
                <a:cs typeface="Arial"/>
              </a:defRPr>
            </a:defPPr>
            <a:lvl1pPr>
              <a:defRPr sz="2775" b="1">
                <a:solidFill>
                  <a:srgbClr val="A64B38"/>
                </a:solidFill>
                <a:latin typeface="Arial"/>
                <a:ea typeface="Arial"/>
                <a:cs typeface="Arial"/>
              </a:defRPr>
            </a:lvl1pPr>
            <a:lvl2pPr>
              <a:defRPr sz="2775" b="1">
                <a:solidFill>
                  <a:srgbClr val="A64B38"/>
                </a:solidFill>
                <a:latin typeface="Arial"/>
                <a:ea typeface="Arial"/>
                <a:cs typeface="Arial"/>
              </a:defRPr>
            </a:lvl2pPr>
            <a:lvl3pPr>
              <a:defRPr sz="2775" b="1">
                <a:solidFill>
                  <a:srgbClr val="A64B38"/>
                </a:solidFill>
                <a:latin typeface="Arial"/>
                <a:ea typeface="Arial"/>
                <a:cs typeface="Arial"/>
              </a:defRPr>
            </a:lvl3pPr>
            <a:lvl4pPr>
              <a:defRPr sz="2775" b="1">
                <a:solidFill>
                  <a:srgbClr val="A64B38"/>
                </a:solidFill>
                <a:latin typeface="Arial"/>
                <a:ea typeface="Arial"/>
                <a:cs typeface="Arial"/>
              </a:defRPr>
            </a:lvl4pPr>
            <a:lvl5pPr>
              <a:defRPr sz="2775" b="1">
                <a:solidFill>
                  <a:srgbClr val="A64B38"/>
                </a:solidFill>
                <a:latin typeface="Arial"/>
                <a:ea typeface="Arial"/>
                <a:cs typeface="Arial"/>
              </a:defRPr>
            </a:lvl5pPr>
            <a:lvl6pPr>
              <a:defRPr sz="2775" b="1">
                <a:solidFill>
                  <a:srgbClr val="A64B38"/>
                </a:solidFill>
                <a:latin typeface="Arial"/>
                <a:ea typeface="Arial"/>
                <a:cs typeface="Arial"/>
              </a:defRPr>
            </a:lvl6pPr>
            <a:lvl7pPr>
              <a:defRPr sz="2775" b="1">
                <a:solidFill>
                  <a:srgbClr val="A64B38"/>
                </a:solidFill>
                <a:latin typeface="Arial"/>
                <a:ea typeface="Arial"/>
                <a:cs typeface="Arial"/>
              </a:defRPr>
            </a:lvl7pPr>
            <a:lvl8pPr>
              <a:defRPr sz="2775" b="1">
                <a:solidFill>
                  <a:srgbClr val="A64B38"/>
                </a:solidFill>
                <a:latin typeface="Arial"/>
                <a:ea typeface="Arial"/>
                <a:cs typeface="Arial"/>
              </a:defRPr>
            </a:lvl8pPr>
            <a:lvl9pPr>
              <a:defRPr sz="2775" b="1">
                <a:solidFill>
                  <a:srgbClr val="A64B38"/>
                </a:solidFill>
                <a:latin typeface="Arial"/>
                <a:ea typeface="Arial"/>
                <a:cs typeface="Arial"/>
              </a:defRPr>
            </a:lvl9pPr>
          </a:lstStyle>
          <a:p>
            <a:pPr>
              <a:defRPr sz="2775" b="1">
                <a:solidFill>
                  <a:srgbClr val="A64B38"/>
                </a:solidFill>
                <a:latin typeface="Arial"/>
                <a:ea typeface="Arial"/>
                <a:cs typeface="Arial"/>
              </a:defRPr>
            </a:pPr>
            <a:r>
              <a:rPr sz="2775" b="1">
                <a:solidFill>
                  <a:srgbClr val="A64B38"/>
                </a:solidFill>
                <a:latin typeface="Arial"/>
                <a:ea typeface="Arial"/>
                <a:cs typeface="Arial"/>
              </a:rPr>
              <a:t>Aciertos</a:t>
            </a:r>
          </a:p>
          <a:p>
            <a:pPr>
              <a:defRPr sz="2775" b="1">
                <a:solidFill>
                  <a:srgbClr val="A64B38"/>
                </a:solidFill>
                <a:latin typeface="Arial"/>
                <a:ea typeface="Arial"/>
                <a:cs typeface="Arial"/>
              </a:defRPr>
            </a:pPr>
            <a:r>
              <a:rPr sz="2775" b="1">
                <a:solidFill>
                  <a:srgbClr val="A64B38"/>
                </a:solidFill>
                <a:latin typeface="Arial"/>
                <a:ea typeface="Arial"/>
                <a:cs typeface="Arial"/>
              </a:rPr>
              <a:t>concentrados</a:t>
            </a:r>
          </a:p>
          <a:p>
            <a:pPr>
              <a:defRPr sz="2775" b="1">
                <a:solidFill>
                  <a:srgbClr val="A64B38"/>
                </a:solidFill>
                <a:latin typeface="Arial"/>
                <a:ea typeface="Arial"/>
                <a:cs typeface="Arial"/>
              </a:defRPr>
            </a:pPr>
            <a:r>
              <a:rPr sz="2775" b="1">
                <a:solidFill>
                  <a:srgbClr val="A64B38"/>
                </a:solidFill>
                <a:latin typeface="Arial"/>
                <a:ea typeface="Arial"/>
                <a:cs typeface="Arial"/>
              </a:rPr>
              <a:t>en 2 clases</a:t>
            </a:r>
          </a:p>
        </p:txBody>
      </p:sp>
      <p:sp>
        <p:nvSpPr>
          <p:cNvPr id="5" name="Rectángulo 4">
            <a:extLst>
              <a:ext uri="{FF2B5EF4-FFF2-40B4-BE49-F238E27FC236}">
                <a16:creationId xmlns:a16="http://schemas.microsoft.com/office/drawing/2014/main" id="{1610EC37-FEF1-40AC-9EFD-7681E4934533}"/>
              </a:ext>
            </a:extLst>
          </p:cNvPr>
          <p:cNvSpPr>
            <a:spLocks noGrp="1"/>
          </p:cNvSpPr>
          <p:nvPr/>
        </p:nvSpPr>
        <p:spPr>
          <a:xfrm>
            <a:off x="8924925" y="3714750"/>
            <a:ext cx="2762250" cy="1143000"/>
          </a:xfrm>
          <a:prstGeom prst="rect">
            <a:avLst/>
          </a:prstGeom>
          <a:noFill/>
          <a:ln w="0">
            <a:noFill/>
          </a:ln>
        </p:spPr>
        <p:txBody>
          <a:bodyPr/>
          <a:lstStyle>
            <a:defPPr>
              <a:defRPr sz="2100">
                <a:solidFill>
                  <a:srgbClr val="25332C"/>
                </a:solidFill>
                <a:latin typeface="Arial"/>
                <a:ea typeface="Arial"/>
                <a:cs typeface="Arial"/>
              </a:defRPr>
            </a:defPPr>
            <a:lvl1pPr>
              <a:defRPr sz="2100">
                <a:solidFill>
                  <a:srgbClr val="25332C"/>
                </a:solidFill>
                <a:latin typeface="Arial"/>
                <a:ea typeface="Arial"/>
                <a:cs typeface="Arial"/>
              </a:defRPr>
            </a:lvl1pPr>
            <a:lvl2pPr>
              <a:defRPr sz="2100">
                <a:solidFill>
                  <a:srgbClr val="25332C"/>
                </a:solidFill>
                <a:latin typeface="Arial"/>
                <a:ea typeface="Arial"/>
                <a:cs typeface="Arial"/>
              </a:defRPr>
            </a:lvl2pPr>
            <a:lvl3pPr>
              <a:defRPr sz="2100">
                <a:solidFill>
                  <a:srgbClr val="25332C"/>
                </a:solidFill>
                <a:latin typeface="Arial"/>
                <a:ea typeface="Arial"/>
                <a:cs typeface="Arial"/>
              </a:defRPr>
            </a:lvl3pPr>
            <a:lvl4pPr>
              <a:defRPr sz="2100">
                <a:solidFill>
                  <a:srgbClr val="25332C"/>
                </a:solidFill>
                <a:latin typeface="Arial"/>
                <a:ea typeface="Arial"/>
                <a:cs typeface="Arial"/>
              </a:defRPr>
            </a:lvl4pPr>
            <a:lvl5pPr>
              <a:defRPr sz="2100">
                <a:solidFill>
                  <a:srgbClr val="25332C"/>
                </a:solidFill>
                <a:latin typeface="Arial"/>
                <a:ea typeface="Arial"/>
                <a:cs typeface="Arial"/>
              </a:defRPr>
            </a:lvl5pPr>
            <a:lvl6pPr>
              <a:defRPr sz="2100">
                <a:solidFill>
                  <a:srgbClr val="25332C"/>
                </a:solidFill>
                <a:latin typeface="Arial"/>
                <a:ea typeface="Arial"/>
                <a:cs typeface="Arial"/>
              </a:defRPr>
            </a:lvl6pPr>
            <a:lvl7pPr>
              <a:defRPr sz="2100">
                <a:solidFill>
                  <a:srgbClr val="25332C"/>
                </a:solidFill>
                <a:latin typeface="Arial"/>
                <a:ea typeface="Arial"/>
                <a:cs typeface="Arial"/>
              </a:defRPr>
            </a:lvl7pPr>
            <a:lvl8pPr>
              <a:defRPr sz="2100">
                <a:solidFill>
                  <a:srgbClr val="25332C"/>
                </a:solidFill>
                <a:latin typeface="Arial"/>
                <a:ea typeface="Arial"/>
                <a:cs typeface="Arial"/>
              </a:defRPr>
            </a:lvl8pPr>
            <a:lvl9pPr>
              <a:defRPr sz="2100">
                <a:solidFill>
                  <a:srgbClr val="25332C"/>
                </a:solidFill>
                <a:latin typeface="Arial"/>
                <a:ea typeface="Arial"/>
                <a:cs typeface="Arial"/>
              </a:defRPr>
            </a:lvl9pPr>
          </a:lstStyle>
          <a:p>
            <a:pPr>
              <a:defRPr sz="2100">
                <a:solidFill>
                  <a:srgbClr val="25332C"/>
                </a:solidFill>
                <a:latin typeface="Arial"/>
                <a:ea typeface="Arial"/>
                <a:cs typeface="Arial"/>
              </a:defRPr>
            </a:pPr>
            <a:r>
              <a:rPr sz="2100">
                <a:solidFill>
                  <a:srgbClr val="25332C"/>
                </a:solidFill>
                <a:latin typeface="Arial"/>
                <a:ea typeface="Arial"/>
                <a:cs typeface="Arial"/>
              </a:rPr>
              <a:t>Las otras cuatro</a:t>
            </a:r>
          </a:p>
          <a:p>
            <a:pPr>
              <a:defRPr sz="2100">
                <a:solidFill>
                  <a:srgbClr val="25332C"/>
                </a:solidFill>
                <a:latin typeface="Arial"/>
                <a:ea typeface="Arial"/>
                <a:cs typeface="Arial"/>
              </a:defRPr>
            </a:pPr>
            <a:r>
              <a:rPr sz="2100">
                <a:solidFill>
                  <a:srgbClr val="25332C"/>
                </a:solidFill>
                <a:latin typeface="Arial"/>
                <a:ea typeface="Arial"/>
                <a:cs typeface="Arial"/>
              </a:rPr>
              <a:t>tienen recall 0</a:t>
            </a:r>
          </a:p>
          <a:p>
            <a:pPr>
              <a:defRPr sz="2100">
                <a:solidFill>
                  <a:srgbClr val="25332C"/>
                </a:solidFill>
                <a:latin typeface="Arial"/>
                <a:ea typeface="Arial"/>
                <a:cs typeface="Arial"/>
              </a:defRPr>
            </a:pPr>
            <a:r>
              <a:rPr sz="2100">
                <a:solidFill>
                  <a:srgbClr val="25332C"/>
                </a:solidFill>
                <a:latin typeface="Arial"/>
                <a:ea typeface="Arial"/>
                <a:cs typeface="Arial"/>
              </a:rPr>
              <a:t>en esta prueba.</a:t>
            </a:r>
          </a:p>
        </p:txBody>
      </p:sp>
      <p:sp>
        <p:nvSpPr>
          <p:cNvPr id="6" name="Rectángulo 5">
            <a:extLst>
              <a:ext uri="{FF2B5EF4-FFF2-40B4-BE49-F238E27FC236}">
                <a16:creationId xmlns:a16="http://schemas.microsoft.com/office/drawing/2014/main" id="{090BDB35-9297-4D1B-AEEE-67C9F557D04D}"/>
              </a:ext>
            </a:extLst>
          </p:cNvPr>
          <p:cNvSpPr>
            <a:spLocks noGrp="1"/>
          </p:cNvSpPr>
          <p:nvPr/>
        </p:nvSpPr>
        <p:spPr>
          <a:xfrm>
            <a:off x="609600" y="6315075"/>
            <a:ext cx="10858500" cy="266700"/>
          </a:xfrm>
          <a:prstGeom prst="rect">
            <a:avLst/>
          </a:prstGeom>
          <a:noFill/>
          <a:ln w="0">
            <a:noFill/>
          </a:ln>
        </p:spPr>
        <p:txBody>
          <a:bodyPr/>
          <a:lstStyle>
            <a:defPPr>
              <a:defRPr sz="1125">
                <a:solidFill>
                  <a:srgbClr val="617068"/>
                </a:solidFill>
                <a:latin typeface="Arial"/>
                <a:ea typeface="Arial"/>
                <a:cs typeface="Arial"/>
              </a:defRPr>
            </a:defPPr>
            <a:lvl1pPr>
              <a:defRPr sz="1125">
                <a:solidFill>
                  <a:srgbClr val="617068"/>
                </a:solidFill>
                <a:latin typeface="Arial"/>
                <a:ea typeface="Arial"/>
                <a:cs typeface="Arial"/>
              </a:defRPr>
            </a:lvl1pPr>
            <a:lvl2pPr>
              <a:defRPr sz="1125">
                <a:solidFill>
                  <a:srgbClr val="617068"/>
                </a:solidFill>
                <a:latin typeface="Arial"/>
                <a:ea typeface="Arial"/>
                <a:cs typeface="Arial"/>
              </a:defRPr>
            </a:lvl2pPr>
            <a:lvl3pPr>
              <a:defRPr sz="1125">
                <a:solidFill>
                  <a:srgbClr val="617068"/>
                </a:solidFill>
                <a:latin typeface="Arial"/>
                <a:ea typeface="Arial"/>
                <a:cs typeface="Arial"/>
              </a:defRPr>
            </a:lvl3pPr>
            <a:lvl4pPr>
              <a:defRPr sz="1125">
                <a:solidFill>
                  <a:srgbClr val="617068"/>
                </a:solidFill>
                <a:latin typeface="Arial"/>
                <a:ea typeface="Arial"/>
                <a:cs typeface="Arial"/>
              </a:defRPr>
            </a:lvl4pPr>
            <a:lvl5pPr>
              <a:defRPr sz="1125">
                <a:solidFill>
                  <a:srgbClr val="617068"/>
                </a:solidFill>
                <a:latin typeface="Arial"/>
                <a:ea typeface="Arial"/>
                <a:cs typeface="Arial"/>
              </a:defRPr>
            </a:lvl5pPr>
            <a:lvl6pPr>
              <a:defRPr sz="1125">
                <a:solidFill>
                  <a:srgbClr val="617068"/>
                </a:solidFill>
                <a:latin typeface="Arial"/>
                <a:ea typeface="Arial"/>
                <a:cs typeface="Arial"/>
              </a:defRPr>
            </a:lvl6pPr>
            <a:lvl7pPr>
              <a:defRPr sz="1125">
                <a:solidFill>
                  <a:srgbClr val="617068"/>
                </a:solidFill>
                <a:latin typeface="Arial"/>
                <a:ea typeface="Arial"/>
                <a:cs typeface="Arial"/>
              </a:defRPr>
            </a:lvl7pPr>
            <a:lvl8pPr>
              <a:defRPr sz="1125">
                <a:solidFill>
                  <a:srgbClr val="617068"/>
                </a:solidFill>
                <a:latin typeface="Arial"/>
                <a:ea typeface="Arial"/>
                <a:cs typeface="Arial"/>
              </a:defRPr>
            </a:lvl8pPr>
            <a:lvl9pPr>
              <a:defRPr sz="1125">
                <a:solidFill>
                  <a:srgbClr val="617068"/>
                </a:solidFill>
                <a:latin typeface="Arial"/>
                <a:ea typeface="Arial"/>
                <a:cs typeface="Arial"/>
              </a:defRPr>
            </a:lvl9pPr>
          </a:lstStyle>
          <a:p>
            <a:pPr>
              <a:defRPr sz="1125">
                <a:solidFill>
                  <a:srgbClr val="617068"/>
                </a:solidFill>
                <a:latin typeface="Arial"/>
                <a:ea typeface="Arial"/>
                <a:cs typeface="Arial"/>
              </a:defRPr>
            </a:pPr>
            <a:r>
              <a:rPr sz="1125">
                <a:solidFill>
                  <a:srgbClr val="617068"/>
                </a:solidFill>
                <a:latin typeface="Arial"/>
                <a:ea typeface="Arial"/>
                <a:cs typeface="Arial"/>
              </a:rPr>
              <a:t>Bosque aleatorio. Fuente: metricas_por_clase.csv. n = imágenes de prueba por etiqueta.</a:t>
            </a:r>
          </a:p>
        </p:txBody>
      </p:sp>
    </p:spTree>
    <p:extLst>
      <p:ext uri="{BB962C8B-B14F-4D97-AF65-F5344CB8AC3E}">
        <p14:creationId xmlns:p14="http://schemas.microsoft.com/office/powerpoint/2010/main" val="74555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D79A78-0626-4329-B769-B6AF0B657D8C}"/>
              </a:ext>
            </a:extLst>
          </p:cNvPr>
          <p:cNvSpPr>
            <a:spLocks noGrp="1"/>
          </p:cNvSpPr>
          <p:nvPr/>
        </p:nvSpPr>
        <p:spPr>
          <a:xfrm>
            <a:off x="609600" y="400050"/>
            <a:ext cx="10572750" cy="628650"/>
          </a:xfrm>
          <a:prstGeom prst="rect">
            <a:avLst/>
          </a:prstGeom>
          <a:noFill/>
          <a:ln w="0">
            <a:noFill/>
          </a:ln>
        </p:spPr>
        <p:txBody>
          <a:bodyPr/>
          <a:lstStyle>
            <a:defPPr>
              <a:defRPr sz="3300" b="1">
                <a:solidFill>
                  <a:srgbClr val="173A2B"/>
                </a:solidFill>
                <a:latin typeface="Arial"/>
                <a:ea typeface="Arial"/>
                <a:cs typeface="Arial"/>
              </a:defRPr>
            </a:defPPr>
            <a:lvl1pPr>
              <a:defRPr sz="3300" b="1">
                <a:solidFill>
                  <a:srgbClr val="173A2B"/>
                </a:solidFill>
                <a:latin typeface="Arial"/>
                <a:ea typeface="Arial"/>
                <a:cs typeface="Arial"/>
              </a:defRPr>
            </a:lvl1pPr>
            <a:lvl2pPr>
              <a:defRPr sz="3300" b="1">
                <a:solidFill>
                  <a:srgbClr val="173A2B"/>
                </a:solidFill>
                <a:latin typeface="Arial"/>
                <a:ea typeface="Arial"/>
                <a:cs typeface="Arial"/>
              </a:defRPr>
            </a:lvl2pPr>
            <a:lvl3pPr>
              <a:defRPr sz="3300" b="1">
                <a:solidFill>
                  <a:srgbClr val="173A2B"/>
                </a:solidFill>
                <a:latin typeface="Arial"/>
                <a:ea typeface="Arial"/>
                <a:cs typeface="Arial"/>
              </a:defRPr>
            </a:lvl3pPr>
            <a:lvl4pPr>
              <a:defRPr sz="3300" b="1">
                <a:solidFill>
                  <a:srgbClr val="173A2B"/>
                </a:solidFill>
                <a:latin typeface="Arial"/>
                <a:ea typeface="Arial"/>
                <a:cs typeface="Arial"/>
              </a:defRPr>
            </a:lvl4pPr>
            <a:lvl5pPr>
              <a:defRPr sz="3300" b="1">
                <a:solidFill>
                  <a:srgbClr val="173A2B"/>
                </a:solidFill>
                <a:latin typeface="Arial"/>
                <a:ea typeface="Arial"/>
                <a:cs typeface="Arial"/>
              </a:defRPr>
            </a:lvl5pPr>
            <a:lvl6pPr>
              <a:defRPr sz="3300" b="1">
                <a:solidFill>
                  <a:srgbClr val="173A2B"/>
                </a:solidFill>
                <a:latin typeface="Arial"/>
                <a:ea typeface="Arial"/>
                <a:cs typeface="Arial"/>
              </a:defRPr>
            </a:lvl6pPr>
            <a:lvl7pPr>
              <a:defRPr sz="3300" b="1">
                <a:solidFill>
                  <a:srgbClr val="173A2B"/>
                </a:solidFill>
                <a:latin typeface="Arial"/>
                <a:ea typeface="Arial"/>
                <a:cs typeface="Arial"/>
              </a:defRPr>
            </a:lvl7pPr>
            <a:lvl8pPr>
              <a:defRPr sz="3300" b="1">
                <a:solidFill>
                  <a:srgbClr val="173A2B"/>
                </a:solidFill>
                <a:latin typeface="Arial"/>
                <a:ea typeface="Arial"/>
                <a:cs typeface="Arial"/>
              </a:defRPr>
            </a:lvl8pPr>
            <a:lvl9pPr>
              <a:defRPr sz="3300" b="1">
                <a:solidFill>
                  <a:srgbClr val="173A2B"/>
                </a:solidFill>
                <a:latin typeface="Arial"/>
                <a:ea typeface="Arial"/>
                <a:cs typeface="Arial"/>
              </a:defRPr>
            </a:lvl9pPr>
          </a:lstStyle>
          <a:p>
            <a:pPr>
              <a:defRPr sz="3300" b="1">
                <a:solidFill>
                  <a:srgbClr val="173A2B"/>
                </a:solidFill>
                <a:latin typeface="Arial"/>
                <a:ea typeface="Arial"/>
                <a:cs typeface="Arial"/>
              </a:defRPr>
            </a:pPr>
            <a:r>
              <a:rPr sz="3300" b="1">
                <a:solidFill>
                  <a:srgbClr val="173A2B"/>
                </a:solidFill>
                <a:latin typeface="Arial"/>
                <a:ea typeface="Arial"/>
                <a:cs typeface="Arial"/>
              </a:rPr>
              <a:t>Demo en vivo</a:t>
            </a:r>
          </a:p>
        </p:txBody>
      </p:sp>
      <p:sp>
        <p:nvSpPr>
          <p:cNvPr id="2" name="Rectángulo 1">
            <a:extLst>
              <a:ext uri="{FF2B5EF4-FFF2-40B4-BE49-F238E27FC236}">
                <a16:creationId xmlns:a16="http://schemas.microsoft.com/office/drawing/2014/main" id="{9669AA9B-818E-47AD-9725-25CF7997FF37}"/>
              </a:ext>
            </a:extLst>
          </p:cNvPr>
          <p:cNvSpPr>
            <a:spLocks noGrp="1"/>
          </p:cNvSpPr>
          <p:nvPr/>
        </p:nvSpPr>
        <p:spPr>
          <a:xfrm>
            <a:off x="11334750" y="504825"/>
            <a:ext cx="381000" cy="285750"/>
          </a:xfrm>
          <a:prstGeom prst="rect">
            <a:avLst/>
          </a:prstGeom>
          <a:noFill/>
          <a:ln w="0">
            <a:noFill/>
          </a:ln>
        </p:spPr>
        <p:txBody>
          <a:bodyPr/>
          <a:lstStyle>
            <a:defPPr>
              <a:defRPr sz="1350">
                <a:solidFill>
                  <a:srgbClr val="617068"/>
                </a:solidFill>
                <a:latin typeface="Arial"/>
                <a:ea typeface="Arial"/>
                <a:cs typeface="Arial"/>
              </a:defRPr>
            </a:defPPr>
            <a:lvl1pPr>
              <a:defRPr sz="1350">
                <a:solidFill>
                  <a:srgbClr val="617068"/>
                </a:solidFill>
                <a:latin typeface="Arial"/>
                <a:ea typeface="Arial"/>
                <a:cs typeface="Arial"/>
              </a:defRPr>
            </a:lvl1pPr>
            <a:lvl2pPr>
              <a:defRPr sz="1350">
                <a:solidFill>
                  <a:srgbClr val="617068"/>
                </a:solidFill>
                <a:latin typeface="Arial"/>
                <a:ea typeface="Arial"/>
                <a:cs typeface="Arial"/>
              </a:defRPr>
            </a:lvl2pPr>
            <a:lvl3pPr>
              <a:defRPr sz="1350">
                <a:solidFill>
                  <a:srgbClr val="617068"/>
                </a:solidFill>
                <a:latin typeface="Arial"/>
                <a:ea typeface="Arial"/>
                <a:cs typeface="Arial"/>
              </a:defRPr>
            </a:lvl3pPr>
            <a:lvl4pPr>
              <a:defRPr sz="1350">
                <a:solidFill>
                  <a:srgbClr val="617068"/>
                </a:solidFill>
                <a:latin typeface="Arial"/>
                <a:ea typeface="Arial"/>
                <a:cs typeface="Arial"/>
              </a:defRPr>
            </a:lvl4pPr>
            <a:lvl5pPr>
              <a:defRPr sz="1350">
                <a:solidFill>
                  <a:srgbClr val="617068"/>
                </a:solidFill>
                <a:latin typeface="Arial"/>
                <a:ea typeface="Arial"/>
                <a:cs typeface="Arial"/>
              </a:defRPr>
            </a:lvl5pPr>
            <a:lvl6pPr>
              <a:defRPr sz="1350">
                <a:solidFill>
                  <a:srgbClr val="617068"/>
                </a:solidFill>
                <a:latin typeface="Arial"/>
                <a:ea typeface="Arial"/>
                <a:cs typeface="Arial"/>
              </a:defRPr>
            </a:lvl6pPr>
            <a:lvl7pPr>
              <a:defRPr sz="1350">
                <a:solidFill>
                  <a:srgbClr val="617068"/>
                </a:solidFill>
                <a:latin typeface="Arial"/>
                <a:ea typeface="Arial"/>
                <a:cs typeface="Arial"/>
              </a:defRPr>
            </a:lvl7pPr>
            <a:lvl8pPr>
              <a:defRPr sz="1350">
                <a:solidFill>
                  <a:srgbClr val="617068"/>
                </a:solidFill>
                <a:latin typeface="Arial"/>
                <a:ea typeface="Arial"/>
                <a:cs typeface="Arial"/>
              </a:defRPr>
            </a:lvl8pPr>
            <a:lvl9pPr>
              <a:defRPr sz="1350">
                <a:solidFill>
                  <a:srgbClr val="617068"/>
                </a:solidFill>
                <a:latin typeface="Arial"/>
                <a:ea typeface="Arial"/>
                <a:cs typeface="Arial"/>
              </a:defRPr>
            </a:lvl9pPr>
          </a:lstStyle>
          <a:p>
            <a:pPr>
              <a:defRPr sz="1350">
                <a:solidFill>
                  <a:srgbClr val="617068"/>
                </a:solidFill>
                <a:latin typeface="Arial"/>
                <a:ea typeface="Arial"/>
                <a:cs typeface="Arial"/>
              </a:defRPr>
            </a:pPr>
            <a:r>
              <a:rPr sz="1350">
                <a:solidFill>
                  <a:srgbClr val="617068"/>
                </a:solidFill>
                <a:latin typeface="Arial"/>
                <a:ea typeface="Arial"/>
                <a:cs typeface="Arial"/>
              </a:rPr>
              <a:t>08</a:t>
            </a:r>
          </a:p>
        </p:txBody>
      </p:sp>
      <p:sp>
        <p:nvSpPr>
          <p:cNvPr id="3" name="Rectángulo 2">
            <a:extLst>
              <a:ext uri="{FF2B5EF4-FFF2-40B4-BE49-F238E27FC236}">
                <a16:creationId xmlns:a16="http://schemas.microsoft.com/office/drawing/2014/main" id="{28929A87-049E-4F49-9614-32F1912CB705}"/>
              </a:ext>
            </a:extLst>
          </p:cNvPr>
          <p:cNvSpPr>
            <a:spLocks noGrp="1"/>
          </p:cNvSpPr>
          <p:nvPr/>
        </p:nvSpPr>
        <p:spPr>
          <a:xfrm>
            <a:off x="609600" y="1495425"/>
            <a:ext cx="4095750" cy="342900"/>
          </a:xfrm>
          <a:prstGeom prst="rect">
            <a:avLst/>
          </a:prstGeom>
          <a:noFill/>
          <a:ln w="0">
            <a:noFill/>
          </a:ln>
        </p:spPr>
        <p:txBody>
          <a:bodyPr/>
          <a:lstStyle>
            <a:defPPr>
              <a:defRPr sz="1575" b="1">
                <a:solidFill>
                  <a:srgbClr val="C3913C"/>
                </a:solidFill>
                <a:latin typeface="Arial"/>
                <a:ea typeface="Arial"/>
                <a:cs typeface="Arial"/>
              </a:defRPr>
            </a:defPPr>
            <a:lvl1pPr>
              <a:defRPr sz="1575" b="1">
                <a:solidFill>
                  <a:srgbClr val="C3913C"/>
                </a:solidFill>
                <a:latin typeface="Arial"/>
                <a:ea typeface="Arial"/>
                <a:cs typeface="Arial"/>
              </a:defRPr>
            </a:lvl1pPr>
            <a:lvl2pPr>
              <a:defRPr sz="1575" b="1">
                <a:solidFill>
                  <a:srgbClr val="C3913C"/>
                </a:solidFill>
                <a:latin typeface="Arial"/>
                <a:ea typeface="Arial"/>
                <a:cs typeface="Arial"/>
              </a:defRPr>
            </a:lvl2pPr>
            <a:lvl3pPr>
              <a:defRPr sz="1575" b="1">
                <a:solidFill>
                  <a:srgbClr val="C3913C"/>
                </a:solidFill>
                <a:latin typeface="Arial"/>
                <a:ea typeface="Arial"/>
                <a:cs typeface="Arial"/>
              </a:defRPr>
            </a:lvl3pPr>
            <a:lvl4pPr>
              <a:defRPr sz="1575" b="1">
                <a:solidFill>
                  <a:srgbClr val="C3913C"/>
                </a:solidFill>
                <a:latin typeface="Arial"/>
                <a:ea typeface="Arial"/>
                <a:cs typeface="Arial"/>
              </a:defRPr>
            </a:lvl4pPr>
            <a:lvl5pPr>
              <a:defRPr sz="1575" b="1">
                <a:solidFill>
                  <a:srgbClr val="C3913C"/>
                </a:solidFill>
                <a:latin typeface="Arial"/>
                <a:ea typeface="Arial"/>
                <a:cs typeface="Arial"/>
              </a:defRPr>
            </a:lvl5pPr>
            <a:lvl6pPr>
              <a:defRPr sz="1575" b="1">
                <a:solidFill>
                  <a:srgbClr val="C3913C"/>
                </a:solidFill>
                <a:latin typeface="Arial"/>
                <a:ea typeface="Arial"/>
                <a:cs typeface="Arial"/>
              </a:defRPr>
            </a:lvl6pPr>
            <a:lvl7pPr>
              <a:defRPr sz="1575" b="1">
                <a:solidFill>
                  <a:srgbClr val="C3913C"/>
                </a:solidFill>
                <a:latin typeface="Arial"/>
                <a:ea typeface="Arial"/>
                <a:cs typeface="Arial"/>
              </a:defRPr>
            </a:lvl7pPr>
            <a:lvl8pPr>
              <a:defRPr sz="1575" b="1">
                <a:solidFill>
                  <a:srgbClr val="C3913C"/>
                </a:solidFill>
                <a:latin typeface="Arial"/>
                <a:ea typeface="Arial"/>
                <a:cs typeface="Arial"/>
              </a:defRPr>
            </a:lvl8pPr>
            <a:lvl9pPr>
              <a:defRPr sz="1575" b="1">
                <a:solidFill>
                  <a:srgbClr val="C3913C"/>
                </a:solidFill>
                <a:latin typeface="Arial"/>
                <a:ea typeface="Arial"/>
                <a:cs typeface="Arial"/>
              </a:defRPr>
            </a:lvl9pPr>
          </a:lstStyle>
          <a:p>
            <a:pPr>
              <a:defRPr sz="1575" b="1">
                <a:solidFill>
                  <a:srgbClr val="C3913C"/>
                </a:solidFill>
                <a:latin typeface="Arial"/>
                <a:ea typeface="Arial"/>
                <a:cs typeface="Arial"/>
              </a:defRPr>
            </a:pPr>
            <a:r>
              <a:rPr sz="1575" b="1">
                <a:solidFill>
                  <a:srgbClr val="C3913C"/>
                </a:solidFill>
                <a:latin typeface="Arial"/>
                <a:ea typeface="Arial"/>
                <a:cs typeface="Arial"/>
              </a:rPr>
              <a:t>FLUJO PRINCIPAL</a:t>
            </a:r>
          </a:p>
        </p:txBody>
      </p:sp>
      <p:sp>
        <p:nvSpPr>
          <p:cNvPr id="4" name="Rectángulo 3">
            <a:extLst>
              <a:ext uri="{FF2B5EF4-FFF2-40B4-BE49-F238E27FC236}">
                <a16:creationId xmlns:a16="http://schemas.microsoft.com/office/drawing/2014/main" id="{8585CE7E-6FA0-4CB6-98B3-C2AF9C2F98C5}"/>
              </a:ext>
            </a:extLst>
          </p:cNvPr>
          <p:cNvSpPr>
            <a:spLocks noGrp="1"/>
          </p:cNvSpPr>
          <p:nvPr/>
        </p:nvSpPr>
        <p:spPr>
          <a:xfrm>
            <a:off x="609600" y="2076450"/>
            <a:ext cx="3762375" cy="2524125"/>
          </a:xfrm>
          <a:prstGeom prst="rect">
            <a:avLst/>
          </a:prstGeom>
          <a:noFill/>
          <a:ln w="0">
            <a:noFill/>
          </a:ln>
        </p:spPr>
        <p:txBody>
          <a:bodyPr/>
          <a:lstStyle>
            <a:defPPr>
              <a:defRPr sz="2250" b="1">
                <a:solidFill>
                  <a:srgbClr val="173A2B"/>
                </a:solidFill>
                <a:latin typeface="Arial"/>
                <a:ea typeface="Arial"/>
                <a:cs typeface="Arial"/>
              </a:defRPr>
            </a:defPPr>
            <a:lvl1pPr>
              <a:defRPr sz="2250" b="1">
                <a:solidFill>
                  <a:srgbClr val="173A2B"/>
                </a:solidFill>
                <a:latin typeface="Arial"/>
                <a:ea typeface="Arial"/>
                <a:cs typeface="Arial"/>
              </a:defRPr>
            </a:lvl1pPr>
            <a:lvl2pPr>
              <a:defRPr sz="2250" b="1">
                <a:solidFill>
                  <a:srgbClr val="173A2B"/>
                </a:solidFill>
                <a:latin typeface="Arial"/>
                <a:ea typeface="Arial"/>
                <a:cs typeface="Arial"/>
              </a:defRPr>
            </a:lvl2pPr>
            <a:lvl3pPr>
              <a:defRPr sz="2250" b="1">
                <a:solidFill>
                  <a:srgbClr val="173A2B"/>
                </a:solidFill>
                <a:latin typeface="Arial"/>
                <a:ea typeface="Arial"/>
                <a:cs typeface="Arial"/>
              </a:defRPr>
            </a:lvl3pPr>
            <a:lvl4pPr>
              <a:defRPr sz="2250" b="1">
                <a:solidFill>
                  <a:srgbClr val="173A2B"/>
                </a:solidFill>
                <a:latin typeface="Arial"/>
                <a:ea typeface="Arial"/>
                <a:cs typeface="Arial"/>
              </a:defRPr>
            </a:lvl4pPr>
            <a:lvl5pPr>
              <a:defRPr sz="2250" b="1">
                <a:solidFill>
                  <a:srgbClr val="173A2B"/>
                </a:solidFill>
                <a:latin typeface="Arial"/>
                <a:ea typeface="Arial"/>
                <a:cs typeface="Arial"/>
              </a:defRPr>
            </a:lvl5pPr>
            <a:lvl6pPr>
              <a:defRPr sz="2250" b="1">
                <a:solidFill>
                  <a:srgbClr val="173A2B"/>
                </a:solidFill>
                <a:latin typeface="Arial"/>
                <a:ea typeface="Arial"/>
                <a:cs typeface="Arial"/>
              </a:defRPr>
            </a:lvl6pPr>
            <a:lvl7pPr>
              <a:defRPr sz="2250" b="1">
                <a:solidFill>
                  <a:srgbClr val="173A2B"/>
                </a:solidFill>
                <a:latin typeface="Arial"/>
                <a:ea typeface="Arial"/>
                <a:cs typeface="Arial"/>
              </a:defRPr>
            </a:lvl7pPr>
            <a:lvl8pPr>
              <a:defRPr sz="2250" b="1">
                <a:solidFill>
                  <a:srgbClr val="173A2B"/>
                </a:solidFill>
                <a:latin typeface="Arial"/>
                <a:ea typeface="Arial"/>
                <a:cs typeface="Arial"/>
              </a:defRPr>
            </a:lvl8pPr>
            <a:lvl9pPr>
              <a:defRPr sz="2250" b="1">
                <a:solidFill>
                  <a:srgbClr val="173A2B"/>
                </a:solidFill>
                <a:latin typeface="Arial"/>
                <a:ea typeface="Arial"/>
                <a:cs typeface="Arial"/>
              </a:defRPr>
            </a:lvl9pPr>
          </a:lstStyle>
          <a:p>
            <a:pPr>
              <a:defRPr sz="2250" b="1">
                <a:solidFill>
                  <a:srgbClr val="173A2B"/>
                </a:solidFill>
                <a:latin typeface="Arial"/>
                <a:ea typeface="Arial"/>
                <a:cs typeface="Arial"/>
              </a:defRPr>
            </a:pPr>
            <a:r>
              <a:rPr sz="2250" b="1">
                <a:solidFill>
                  <a:srgbClr val="173A2B"/>
                </a:solidFill>
                <a:latin typeface="Arial"/>
                <a:ea typeface="Arial"/>
                <a:cs typeface="Arial"/>
              </a:rPr>
              <a:t>1  Cargar y recortar</a:t>
            </a:r>
          </a:p>
          <a:p>
            <a:endParaRPr sz="2250" b="1">
              <a:solidFill>
                <a:srgbClr val="173A2B"/>
              </a:solidFill>
              <a:latin typeface="Arial"/>
              <a:ea typeface="Arial"/>
              <a:cs typeface="Arial"/>
            </a:endParaRPr>
          </a:p>
          <a:p>
            <a:pPr>
              <a:defRPr sz="2250" b="1">
                <a:solidFill>
                  <a:srgbClr val="173A2B"/>
                </a:solidFill>
                <a:latin typeface="Arial"/>
                <a:ea typeface="Arial"/>
                <a:cs typeface="Arial"/>
              </a:defRPr>
            </a:pPr>
            <a:r>
              <a:rPr sz="2250" b="1">
                <a:solidFill>
                  <a:srgbClr val="173A2B"/>
                </a:solidFill>
                <a:latin typeface="Arial"/>
                <a:ea typeface="Arial"/>
                <a:cs typeface="Arial"/>
              </a:rPr>
              <a:t>2  Comparar modelos</a:t>
            </a:r>
          </a:p>
          <a:p>
            <a:endParaRPr sz="2250" b="1">
              <a:solidFill>
                <a:srgbClr val="173A2B"/>
              </a:solidFill>
              <a:latin typeface="Arial"/>
              <a:ea typeface="Arial"/>
              <a:cs typeface="Arial"/>
            </a:endParaRPr>
          </a:p>
          <a:p>
            <a:pPr>
              <a:defRPr sz="2250" b="1">
                <a:solidFill>
                  <a:srgbClr val="173A2B"/>
                </a:solidFill>
                <a:latin typeface="Arial"/>
                <a:ea typeface="Arial"/>
                <a:cs typeface="Arial"/>
              </a:defRPr>
            </a:pPr>
            <a:r>
              <a:rPr sz="2250" b="1">
                <a:solidFill>
                  <a:srgbClr val="173A2B"/>
                </a:solidFill>
                <a:latin typeface="Arial"/>
                <a:ea typeface="Arial"/>
                <a:cs typeface="Arial"/>
              </a:rPr>
              <a:t>3  Explorar errores</a:t>
            </a:r>
          </a:p>
        </p:txBody>
      </p:sp>
      <p:pic>
        <p:nvPicPr>
          <p:cNvPr id="5" name="Imagen 4">
            <a:extLst>
              <a:ext uri="{FF2B5EF4-FFF2-40B4-BE49-F238E27FC236}">
                <a16:creationId xmlns:a16="http://schemas.microsoft.com/office/drawing/2014/main" id="{82418A75-C3AF-49DF-8982-CA436B548234}"/>
              </a:ext>
            </a:extLst>
          </p:cNvPr>
          <p:cNvPicPr>
            <a:picLocks noChangeAspect="1"/>
          </p:cNvPicPr>
          <p:nvPr/>
        </p:nvPicPr>
        <p:blipFill>
          <a:blip r:embed="rId3"/>
          <a:stretch/>
        </p:blipFill>
        <p:spPr>
          <a:xfrm>
            <a:off x="4619625" y="1418630"/>
            <a:ext cx="6981825" cy="4363641"/>
          </a:xfrm>
          <a:prstGeom prst="rect">
            <a:avLst/>
          </a:prstGeom>
        </p:spPr>
      </p:pic>
      <p:sp>
        <p:nvSpPr>
          <p:cNvPr id="7" name="Rectángulo 6">
            <a:extLst>
              <a:ext uri="{FF2B5EF4-FFF2-40B4-BE49-F238E27FC236}">
                <a16:creationId xmlns:a16="http://schemas.microsoft.com/office/drawing/2014/main" id="{8E7D1388-E434-4C77-9D54-0E89575C2B3D}"/>
              </a:ext>
            </a:extLst>
          </p:cNvPr>
          <p:cNvSpPr>
            <a:spLocks noGrp="1"/>
          </p:cNvSpPr>
          <p:nvPr/>
        </p:nvSpPr>
        <p:spPr>
          <a:xfrm>
            <a:off x="609600" y="6315075"/>
            <a:ext cx="10858500" cy="266700"/>
          </a:xfrm>
          <a:prstGeom prst="rect">
            <a:avLst/>
          </a:prstGeom>
          <a:noFill/>
          <a:ln w="0">
            <a:noFill/>
          </a:ln>
        </p:spPr>
        <p:txBody>
          <a:bodyPr/>
          <a:lstStyle>
            <a:defPPr>
              <a:defRPr sz="1125">
                <a:solidFill>
                  <a:srgbClr val="617068"/>
                </a:solidFill>
                <a:latin typeface="Arial"/>
                <a:ea typeface="Arial"/>
                <a:cs typeface="Arial"/>
              </a:defRPr>
            </a:defPPr>
            <a:lvl1pPr>
              <a:defRPr sz="1125">
                <a:solidFill>
                  <a:srgbClr val="617068"/>
                </a:solidFill>
                <a:latin typeface="Arial"/>
                <a:ea typeface="Arial"/>
                <a:cs typeface="Arial"/>
              </a:defRPr>
            </a:lvl1pPr>
            <a:lvl2pPr>
              <a:defRPr sz="1125">
                <a:solidFill>
                  <a:srgbClr val="617068"/>
                </a:solidFill>
                <a:latin typeface="Arial"/>
                <a:ea typeface="Arial"/>
                <a:cs typeface="Arial"/>
              </a:defRPr>
            </a:lvl2pPr>
            <a:lvl3pPr>
              <a:defRPr sz="1125">
                <a:solidFill>
                  <a:srgbClr val="617068"/>
                </a:solidFill>
                <a:latin typeface="Arial"/>
                <a:ea typeface="Arial"/>
                <a:cs typeface="Arial"/>
              </a:defRPr>
            </a:lvl3pPr>
            <a:lvl4pPr>
              <a:defRPr sz="1125">
                <a:solidFill>
                  <a:srgbClr val="617068"/>
                </a:solidFill>
                <a:latin typeface="Arial"/>
                <a:ea typeface="Arial"/>
                <a:cs typeface="Arial"/>
              </a:defRPr>
            </a:lvl4pPr>
            <a:lvl5pPr>
              <a:defRPr sz="1125">
                <a:solidFill>
                  <a:srgbClr val="617068"/>
                </a:solidFill>
                <a:latin typeface="Arial"/>
                <a:ea typeface="Arial"/>
                <a:cs typeface="Arial"/>
              </a:defRPr>
            </a:lvl5pPr>
            <a:lvl6pPr>
              <a:defRPr sz="1125">
                <a:solidFill>
                  <a:srgbClr val="617068"/>
                </a:solidFill>
                <a:latin typeface="Arial"/>
                <a:ea typeface="Arial"/>
                <a:cs typeface="Arial"/>
              </a:defRPr>
            </a:lvl6pPr>
            <a:lvl7pPr>
              <a:defRPr sz="1125">
                <a:solidFill>
                  <a:srgbClr val="617068"/>
                </a:solidFill>
                <a:latin typeface="Arial"/>
                <a:ea typeface="Arial"/>
                <a:cs typeface="Arial"/>
              </a:defRPr>
            </a:lvl7pPr>
            <a:lvl8pPr>
              <a:defRPr sz="1125">
                <a:solidFill>
                  <a:srgbClr val="617068"/>
                </a:solidFill>
                <a:latin typeface="Arial"/>
                <a:ea typeface="Arial"/>
                <a:cs typeface="Arial"/>
              </a:defRPr>
            </a:lvl8pPr>
            <a:lvl9pPr>
              <a:defRPr sz="1125">
                <a:solidFill>
                  <a:srgbClr val="617068"/>
                </a:solidFill>
                <a:latin typeface="Arial"/>
                <a:ea typeface="Arial"/>
                <a:cs typeface="Arial"/>
              </a:defRPr>
            </a:lvl9pPr>
          </a:lstStyle>
          <a:p>
            <a:pPr>
              <a:defRPr sz="1125">
                <a:solidFill>
                  <a:srgbClr val="617068"/>
                </a:solidFill>
                <a:latin typeface="Arial"/>
                <a:ea typeface="Arial"/>
                <a:cs typeface="Arial"/>
              </a:defRPr>
            </a:pPr>
            <a:r>
              <a:rPr sz="1125">
                <a:solidFill>
                  <a:srgbClr val="617068"/>
                </a:solidFill>
                <a:latin typeface="Arial"/>
                <a:ea typeface="Arial"/>
                <a:cs typeface="Arial"/>
              </a:rPr>
              <a:t>Respaldo local: MosquitoAlert_demo_respaldo.webm. La demo ocupa 2 minutos.</a:t>
            </a:r>
          </a:p>
        </p:txBody>
      </p:sp>
    </p:spTree>
    <p:extLst>
      <p:ext uri="{BB962C8B-B14F-4D97-AF65-F5344CB8AC3E}">
        <p14:creationId xmlns:p14="http://schemas.microsoft.com/office/powerpoint/2010/main" val="278222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056C0C2C-1EF1-428F-910B-5C058E0B7A8E}"/>
              </a:ext>
            </a:extLst>
          </p:cNvPr>
          <p:cNvSpPr>
            <a:spLocks noGrp="1"/>
          </p:cNvSpPr>
          <p:nvPr/>
        </p:nvSpPr>
        <p:spPr>
          <a:xfrm>
            <a:off x="609600" y="400050"/>
            <a:ext cx="10572750" cy="628650"/>
          </a:xfrm>
          <a:prstGeom prst="rect">
            <a:avLst/>
          </a:prstGeom>
          <a:noFill/>
          <a:ln w="0">
            <a:noFill/>
          </a:ln>
        </p:spPr>
        <p:txBody>
          <a:bodyPr/>
          <a:lstStyle>
            <a:defPPr>
              <a:defRPr sz="3300" b="1">
                <a:solidFill>
                  <a:srgbClr val="173A2B"/>
                </a:solidFill>
                <a:latin typeface="Arial"/>
                <a:ea typeface="Arial"/>
                <a:cs typeface="Arial"/>
              </a:defRPr>
            </a:defPPr>
            <a:lvl1pPr>
              <a:defRPr sz="3300" b="1">
                <a:solidFill>
                  <a:srgbClr val="173A2B"/>
                </a:solidFill>
                <a:latin typeface="Arial"/>
                <a:ea typeface="Arial"/>
                <a:cs typeface="Arial"/>
              </a:defRPr>
            </a:lvl1pPr>
            <a:lvl2pPr>
              <a:defRPr sz="3300" b="1">
                <a:solidFill>
                  <a:srgbClr val="173A2B"/>
                </a:solidFill>
                <a:latin typeface="Arial"/>
                <a:ea typeface="Arial"/>
                <a:cs typeface="Arial"/>
              </a:defRPr>
            </a:lvl2pPr>
            <a:lvl3pPr>
              <a:defRPr sz="3300" b="1">
                <a:solidFill>
                  <a:srgbClr val="173A2B"/>
                </a:solidFill>
                <a:latin typeface="Arial"/>
                <a:ea typeface="Arial"/>
                <a:cs typeface="Arial"/>
              </a:defRPr>
            </a:lvl3pPr>
            <a:lvl4pPr>
              <a:defRPr sz="3300" b="1">
                <a:solidFill>
                  <a:srgbClr val="173A2B"/>
                </a:solidFill>
                <a:latin typeface="Arial"/>
                <a:ea typeface="Arial"/>
                <a:cs typeface="Arial"/>
              </a:defRPr>
            </a:lvl4pPr>
            <a:lvl5pPr>
              <a:defRPr sz="3300" b="1">
                <a:solidFill>
                  <a:srgbClr val="173A2B"/>
                </a:solidFill>
                <a:latin typeface="Arial"/>
                <a:ea typeface="Arial"/>
                <a:cs typeface="Arial"/>
              </a:defRPr>
            </a:lvl5pPr>
            <a:lvl6pPr>
              <a:defRPr sz="3300" b="1">
                <a:solidFill>
                  <a:srgbClr val="173A2B"/>
                </a:solidFill>
                <a:latin typeface="Arial"/>
                <a:ea typeface="Arial"/>
                <a:cs typeface="Arial"/>
              </a:defRPr>
            </a:lvl6pPr>
            <a:lvl7pPr>
              <a:defRPr sz="3300" b="1">
                <a:solidFill>
                  <a:srgbClr val="173A2B"/>
                </a:solidFill>
                <a:latin typeface="Arial"/>
                <a:ea typeface="Arial"/>
                <a:cs typeface="Arial"/>
              </a:defRPr>
            </a:lvl7pPr>
            <a:lvl8pPr>
              <a:defRPr sz="3300" b="1">
                <a:solidFill>
                  <a:srgbClr val="173A2B"/>
                </a:solidFill>
                <a:latin typeface="Arial"/>
                <a:ea typeface="Arial"/>
                <a:cs typeface="Arial"/>
              </a:defRPr>
            </a:lvl8pPr>
            <a:lvl9pPr>
              <a:defRPr sz="3300" b="1">
                <a:solidFill>
                  <a:srgbClr val="173A2B"/>
                </a:solidFill>
                <a:latin typeface="Arial"/>
                <a:ea typeface="Arial"/>
                <a:cs typeface="Arial"/>
              </a:defRPr>
            </a:lvl9pPr>
          </a:lstStyle>
          <a:p>
            <a:pPr>
              <a:defRPr sz="3300" b="1">
                <a:solidFill>
                  <a:srgbClr val="173A2B"/>
                </a:solidFill>
                <a:latin typeface="Arial"/>
                <a:ea typeface="Arial"/>
                <a:cs typeface="Arial"/>
              </a:defRPr>
            </a:pPr>
            <a:r>
              <a:rPr sz="3300" b="1">
                <a:solidFill>
                  <a:srgbClr val="173A2B"/>
                </a:solidFill>
                <a:latin typeface="Arial"/>
                <a:ea typeface="Arial"/>
                <a:cs typeface="Arial"/>
              </a:rPr>
              <a:t>Retos y aprendizajes</a:t>
            </a:r>
          </a:p>
        </p:txBody>
      </p:sp>
      <p:sp>
        <p:nvSpPr>
          <p:cNvPr id="2" name="Rectángulo 1">
            <a:extLst>
              <a:ext uri="{FF2B5EF4-FFF2-40B4-BE49-F238E27FC236}">
                <a16:creationId xmlns:a16="http://schemas.microsoft.com/office/drawing/2014/main" id="{9CC18466-E84E-4D42-B65D-6D6782A23D75}"/>
              </a:ext>
            </a:extLst>
          </p:cNvPr>
          <p:cNvSpPr>
            <a:spLocks noGrp="1"/>
          </p:cNvSpPr>
          <p:nvPr/>
        </p:nvSpPr>
        <p:spPr>
          <a:xfrm>
            <a:off x="11334750" y="504825"/>
            <a:ext cx="381000" cy="285750"/>
          </a:xfrm>
          <a:prstGeom prst="rect">
            <a:avLst/>
          </a:prstGeom>
          <a:noFill/>
          <a:ln w="0">
            <a:noFill/>
          </a:ln>
        </p:spPr>
        <p:txBody>
          <a:bodyPr/>
          <a:lstStyle>
            <a:defPPr>
              <a:defRPr sz="1350">
                <a:solidFill>
                  <a:srgbClr val="617068"/>
                </a:solidFill>
                <a:latin typeface="Arial"/>
                <a:ea typeface="Arial"/>
                <a:cs typeface="Arial"/>
              </a:defRPr>
            </a:defPPr>
            <a:lvl1pPr>
              <a:defRPr sz="1350">
                <a:solidFill>
                  <a:srgbClr val="617068"/>
                </a:solidFill>
                <a:latin typeface="Arial"/>
                <a:ea typeface="Arial"/>
                <a:cs typeface="Arial"/>
              </a:defRPr>
            </a:lvl1pPr>
            <a:lvl2pPr>
              <a:defRPr sz="1350">
                <a:solidFill>
                  <a:srgbClr val="617068"/>
                </a:solidFill>
                <a:latin typeface="Arial"/>
                <a:ea typeface="Arial"/>
                <a:cs typeface="Arial"/>
              </a:defRPr>
            </a:lvl2pPr>
            <a:lvl3pPr>
              <a:defRPr sz="1350">
                <a:solidFill>
                  <a:srgbClr val="617068"/>
                </a:solidFill>
                <a:latin typeface="Arial"/>
                <a:ea typeface="Arial"/>
                <a:cs typeface="Arial"/>
              </a:defRPr>
            </a:lvl3pPr>
            <a:lvl4pPr>
              <a:defRPr sz="1350">
                <a:solidFill>
                  <a:srgbClr val="617068"/>
                </a:solidFill>
                <a:latin typeface="Arial"/>
                <a:ea typeface="Arial"/>
                <a:cs typeface="Arial"/>
              </a:defRPr>
            </a:lvl4pPr>
            <a:lvl5pPr>
              <a:defRPr sz="1350">
                <a:solidFill>
                  <a:srgbClr val="617068"/>
                </a:solidFill>
                <a:latin typeface="Arial"/>
                <a:ea typeface="Arial"/>
                <a:cs typeface="Arial"/>
              </a:defRPr>
            </a:lvl5pPr>
            <a:lvl6pPr>
              <a:defRPr sz="1350">
                <a:solidFill>
                  <a:srgbClr val="617068"/>
                </a:solidFill>
                <a:latin typeface="Arial"/>
                <a:ea typeface="Arial"/>
                <a:cs typeface="Arial"/>
              </a:defRPr>
            </a:lvl6pPr>
            <a:lvl7pPr>
              <a:defRPr sz="1350">
                <a:solidFill>
                  <a:srgbClr val="617068"/>
                </a:solidFill>
                <a:latin typeface="Arial"/>
                <a:ea typeface="Arial"/>
                <a:cs typeface="Arial"/>
              </a:defRPr>
            </a:lvl7pPr>
            <a:lvl8pPr>
              <a:defRPr sz="1350">
                <a:solidFill>
                  <a:srgbClr val="617068"/>
                </a:solidFill>
                <a:latin typeface="Arial"/>
                <a:ea typeface="Arial"/>
                <a:cs typeface="Arial"/>
              </a:defRPr>
            </a:lvl8pPr>
            <a:lvl9pPr>
              <a:defRPr sz="1350">
                <a:solidFill>
                  <a:srgbClr val="617068"/>
                </a:solidFill>
                <a:latin typeface="Arial"/>
                <a:ea typeface="Arial"/>
                <a:cs typeface="Arial"/>
              </a:defRPr>
            </a:lvl9pPr>
          </a:lstStyle>
          <a:p>
            <a:pPr>
              <a:defRPr sz="1350">
                <a:solidFill>
                  <a:srgbClr val="617068"/>
                </a:solidFill>
                <a:latin typeface="Arial"/>
                <a:ea typeface="Arial"/>
                <a:cs typeface="Arial"/>
              </a:defRPr>
            </a:pPr>
            <a:r>
              <a:rPr sz="1350">
                <a:solidFill>
                  <a:srgbClr val="617068"/>
                </a:solidFill>
                <a:latin typeface="Arial"/>
                <a:ea typeface="Arial"/>
                <a:cs typeface="Arial"/>
              </a:rPr>
              <a:t>09</a:t>
            </a:r>
          </a:p>
        </p:txBody>
      </p:sp>
      <p:graphicFrame>
        <p:nvGraphicFramePr>
          <p:cNvPr id="3" name="Tabla 2">
            <a:extLst>
              <a:ext uri="{FF2B5EF4-FFF2-40B4-BE49-F238E27FC236}">
                <a16:creationId xmlns:a16="http://schemas.microsoft.com/office/drawing/2014/main" id="{E8E844AF-4555-4FEA-BA77-80EBCD3187B3}"/>
              </a:ext>
            </a:extLst>
          </p:cNvPr>
          <p:cNvGraphicFramePr/>
          <p:nvPr/>
        </p:nvGraphicFramePr>
        <p:xfrm>
          <a:off x="609600" y="1619250"/>
          <a:ext cx="10972800" cy="3314700"/>
        </p:xfrm>
        <a:graphic>
          <a:graphicData uri="http://schemas.openxmlformats.org/drawingml/2006/table">
            <a:tbl>
              <a:tblPr/>
              <a:tblGrid>
                <a:gridCol w="3143250">
                  <a:extLst>
                    <a:ext uri="{9D8B030D-6E8A-4147-A177-3AD203B41FA5}">
                      <a16:colId xmlns:a16="http://schemas.microsoft.com/office/drawing/2014/main" val="20000"/>
                    </a:ext>
                  </a:extLst>
                </a:gridCol>
                <a:gridCol w="4067175">
                  <a:extLst>
                    <a:ext uri="{9D8B030D-6E8A-4147-A177-3AD203B41FA5}">
                      <a16:colId xmlns:a16="http://schemas.microsoft.com/office/drawing/2014/main" val="20001"/>
                    </a:ext>
                  </a:extLst>
                </a:gridCol>
                <a:gridCol w="3762375">
                  <a:extLst>
                    <a:ext uri="{9D8B030D-6E8A-4147-A177-3AD203B41FA5}">
                      <a16:colId xmlns:a16="http://schemas.microsoft.com/office/drawing/2014/main" val="20002"/>
                    </a:ext>
                  </a:extLst>
                </a:gridCol>
              </a:tblGrid>
              <a:tr h="828675">
                <a:tc>
                  <a:txBody>
                    <a:bodyPr/>
                    <a:lstStyle/>
                    <a:p>
                      <a:r>
                        <a:rPr sz="1875" b="1">
                          <a:solidFill>
                            <a:srgbClr val="FFFFFF"/>
                          </a:solidFill>
                          <a:latin typeface="Arial"/>
                          <a:ea typeface="Arial"/>
                          <a:cs typeface="Arial"/>
                        </a:rPr>
                        <a:t>Reto</a:t>
                      </a:r>
                    </a:p>
                  </a:txBody>
                  <a:tcPr marL="114300" marR="114300" marT="114300" marB="114300" anchor="ctr">
                    <a:lnL w="9525">
                      <a:solidFill>
                        <a:srgbClr val="D9DFD8"/>
                      </a:solidFill>
                      <a:prstDash val="solid"/>
                    </a:lnL>
                    <a:lnR w="9525">
                      <a:solidFill>
                        <a:srgbClr val="D9DFD8"/>
                      </a:solidFill>
                      <a:prstDash val="solid"/>
                    </a:lnR>
                    <a:lnT w="9525">
                      <a:solidFill>
                        <a:srgbClr val="D9DFD8"/>
                      </a:solidFill>
                      <a:prstDash val="solid"/>
                    </a:lnT>
                    <a:lnB w="9525">
                      <a:solidFill>
                        <a:srgbClr val="D9DFD8"/>
                      </a:solidFill>
                      <a:prstDash val="solid"/>
                    </a:lnB>
                    <a:solidFill>
                      <a:srgbClr val="173A2B"/>
                    </a:solidFill>
                  </a:tcPr>
                </a:tc>
                <a:tc>
                  <a:txBody>
                    <a:bodyPr/>
                    <a:lstStyle/>
                    <a:p>
                      <a:r>
                        <a:rPr sz="1875" b="1">
                          <a:solidFill>
                            <a:srgbClr val="FFFFFF"/>
                          </a:solidFill>
                          <a:latin typeface="Arial"/>
                          <a:ea typeface="Arial"/>
                          <a:cs typeface="Arial"/>
                        </a:rPr>
                        <a:t>Acción</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a:solidFill>
                        <a:srgbClr val="D9DFD8"/>
                      </a:solidFill>
                      <a:prstDash val="solid"/>
                    </a:lnT>
                    <a:lnB w="9525">
                      <a:solidFill>
                        <a:srgbClr val="D9DFD8"/>
                      </a:solidFill>
                      <a:prstDash val="solid"/>
                    </a:lnB>
                    <a:solidFill>
                      <a:srgbClr val="173A2B"/>
                    </a:solidFill>
                  </a:tcPr>
                </a:tc>
                <a:tc>
                  <a:txBody>
                    <a:bodyPr/>
                    <a:lstStyle/>
                    <a:p>
                      <a:r>
                        <a:rPr sz="1875" b="1">
                          <a:solidFill>
                            <a:srgbClr val="FFFFFF"/>
                          </a:solidFill>
                          <a:latin typeface="Arial"/>
                          <a:ea typeface="Arial"/>
                          <a:cs typeface="Arial"/>
                        </a:rPr>
                        <a:t>Aprendizaje</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a:solidFill>
                        <a:srgbClr val="D9DFD8"/>
                      </a:solidFill>
                      <a:prstDash val="solid"/>
                    </a:lnT>
                    <a:lnB w="9525">
                      <a:solidFill>
                        <a:srgbClr val="D9DFD8"/>
                      </a:solidFill>
                      <a:prstDash val="solid"/>
                    </a:lnB>
                    <a:solidFill>
                      <a:srgbClr val="173A2B"/>
                    </a:solidFill>
                  </a:tcPr>
                </a:tc>
                <a:extLst>
                  <a:ext uri="{0D108BD9-81ED-4DB2-BD59-A6C34878D82A}">
                    <a16:rowId xmlns:a16="http://schemas.microsoft.com/office/drawing/2014/main" val="10000"/>
                  </a:ext>
                </a:extLst>
              </a:tr>
              <a:tr h="828675">
                <a:tc>
                  <a:txBody>
                    <a:bodyPr/>
                    <a:lstStyle/>
                    <a:p>
                      <a:r>
                        <a:rPr sz="1875">
                          <a:solidFill>
                            <a:srgbClr val="25332C"/>
                          </a:solidFill>
                          <a:latin typeface="Arial"/>
                          <a:ea typeface="Arial"/>
                          <a:cs typeface="Arial"/>
                        </a:rPr>
                        <a:t>Clases muy desbalanceadas</a:t>
                      </a:r>
                    </a:p>
                  </a:txBody>
                  <a:tcPr marL="114300" marR="114300" marT="114300" marB="114300" anchor="ctr">
                    <a:lnL w="9525">
                      <a:solidFill>
                        <a:srgbClr val="D9DFD8"/>
                      </a:solidFill>
                      <a:prstDash val="soli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875">
                          <a:solidFill>
                            <a:srgbClr val="25332C"/>
                          </a:solidFill>
                          <a:latin typeface="Arial"/>
                          <a:ea typeface="Arial"/>
                          <a:cs typeface="Arial"/>
                        </a:rPr>
                        <a:t>Estratificar, ponderar y limitar mayoritarias</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875">
                          <a:solidFill>
                            <a:srgbClr val="25332C"/>
                          </a:solidFill>
                          <a:latin typeface="Arial"/>
                          <a:ea typeface="Arial"/>
                          <a:cs typeface="Arial"/>
                        </a:rPr>
                        <a:t>Leer métricas por clase</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extLst>
                  <a:ext uri="{0D108BD9-81ED-4DB2-BD59-A6C34878D82A}">
                    <a16:rowId xmlns:a16="http://schemas.microsoft.com/office/drawing/2014/main" val="10001"/>
                  </a:ext>
                </a:extLst>
              </a:tr>
              <a:tr h="828675">
                <a:tc>
                  <a:txBody>
                    <a:bodyPr/>
                    <a:lstStyle/>
                    <a:p>
                      <a:r>
                        <a:rPr sz="1875">
                          <a:solidFill>
                            <a:srgbClr val="25332C"/>
                          </a:solidFill>
                          <a:latin typeface="Arial"/>
                          <a:ea typeface="Arial"/>
                          <a:cs typeface="Arial"/>
                        </a:rPr>
                        <a:t>Geometría y escala variables</a:t>
                      </a:r>
                    </a:p>
                  </a:txBody>
                  <a:tcPr marL="114300" marR="114300" marT="114300" marB="114300" anchor="ctr">
                    <a:lnL w="9525">
                      <a:solidFill>
                        <a:srgbClr val="D9DFD8"/>
                      </a:solidFill>
                      <a:prstDash val="soli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875">
                          <a:solidFill>
                            <a:srgbClr val="25332C"/>
                          </a:solidFill>
                          <a:latin typeface="Arial"/>
                          <a:ea typeface="Arial"/>
                          <a:cs typeface="Arial"/>
                        </a:rPr>
                        <a:t>Recortar y conservar proporción</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875">
                          <a:solidFill>
                            <a:srgbClr val="25332C"/>
                          </a:solidFill>
                          <a:latin typeface="Arial"/>
                          <a:ea typeface="Arial"/>
                          <a:cs typeface="Arial"/>
                        </a:rPr>
                        <a:t>Reutilizar funciones de imagen</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extLst>
                  <a:ext uri="{0D108BD9-81ED-4DB2-BD59-A6C34878D82A}">
                    <a16:rowId xmlns:a16="http://schemas.microsoft.com/office/drawing/2014/main" val="10002"/>
                  </a:ext>
                </a:extLst>
              </a:tr>
              <a:tr h="828675">
                <a:tc>
                  <a:txBody>
                    <a:bodyPr/>
                    <a:lstStyle/>
                    <a:p>
                      <a:r>
                        <a:rPr sz="1875">
                          <a:solidFill>
                            <a:srgbClr val="25332C"/>
                          </a:solidFill>
                          <a:latin typeface="Arial"/>
                          <a:ea typeface="Arial"/>
                          <a:cs typeface="Arial"/>
                        </a:rPr>
                        <a:t>Descarga de gran tamaño</a:t>
                      </a:r>
                    </a:p>
                  </a:txBody>
                  <a:tcPr marL="114300" marR="114300" marT="114300" marB="114300" anchor="ctr">
                    <a:lnL w="9525">
                      <a:solidFill>
                        <a:srgbClr val="D9DFD8"/>
                      </a:solidFill>
                      <a:prstDash val="soli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875">
                          <a:solidFill>
                            <a:srgbClr val="25332C"/>
                          </a:solidFill>
                          <a:latin typeface="Arial"/>
                          <a:ea typeface="Arial"/>
                          <a:cs typeface="Arial"/>
                        </a:rPr>
                        <a:t>Declarar la muestra disponible</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tc>
                  <a:txBody>
                    <a:bodyPr/>
                    <a:lstStyle/>
                    <a:p>
                      <a:r>
                        <a:rPr sz="1875">
                          <a:solidFill>
                            <a:srgbClr val="25332C"/>
                          </a:solidFill>
                          <a:latin typeface="Arial"/>
                          <a:ea typeface="Arial"/>
                          <a:cs typeface="Arial"/>
                        </a:rPr>
                        <a:t>Documentar sesgo de selección</a:t>
                      </a:r>
                    </a:p>
                  </a:txBody>
                  <a:tcPr marL="114300" marR="114300" marT="114300" marB="114300" anchor="ctr">
                    <a:lnL w="9525" cap="flat" cmpd="sng" algn="ctr">
                      <a:solidFill>
                        <a:srgbClr val="D9DFD8"/>
                      </a:solidFill>
                      <a:prstDash val="solid"/>
                      <a:round/>
                      <a:headEnd type="none" w="med" len="med"/>
                      <a:tailEnd type="none" w="med" len="med"/>
                    </a:lnL>
                    <a:lnR w="9525">
                      <a:solidFill>
                        <a:srgbClr val="D9DFD8"/>
                      </a:solidFill>
                      <a:prstDash val="solid"/>
                    </a:lnR>
                    <a:lnT w="9525" cap="flat" cmpd="sng" algn="ctr">
                      <a:solidFill>
                        <a:srgbClr val="D9DFD8"/>
                      </a:solidFill>
                      <a:prstDash val="solid"/>
                      <a:round/>
                      <a:headEnd type="none" w="med" len="med"/>
                      <a:tailEnd type="none" w="med" len="med"/>
                    </a:lnT>
                    <a:lnB w="9525">
                      <a:solidFill>
                        <a:srgbClr val="D9DFD8"/>
                      </a:solidFill>
                      <a:prstDash val="solid"/>
                    </a:lnB>
                    <a:solidFill>
                      <a:srgbClr val="FBFAF6"/>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81765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924AE3A5-63E2-4487-AFAB-1365A161CCA5}"/>
              </a:ext>
            </a:extLst>
          </p:cNvPr>
          <p:cNvSpPr>
            <a:spLocks noGrp="1"/>
          </p:cNvSpPr>
          <p:nvPr/>
        </p:nvSpPr>
        <p:spPr>
          <a:xfrm>
            <a:off x="609600" y="400050"/>
            <a:ext cx="10572750" cy="628650"/>
          </a:xfrm>
          <a:prstGeom prst="rect">
            <a:avLst/>
          </a:prstGeom>
          <a:noFill/>
          <a:ln w="0">
            <a:noFill/>
          </a:ln>
        </p:spPr>
        <p:txBody>
          <a:bodyPr/>
          <a:lstStyle>
            <a:defPPr>
              <a:defRPr sz="3300" b="1">
                <a:solidFill>
                  <a:srgbClr val="173A2B"/>
                </a:solidFill>
                <a:latin typeface="Arial"/>
                <a:ea typeface="Arial"/>
                <a:cs typeface="Arial"/>
              </a:defRPr>
            </a:defPPr>
            <a:lvl1pPr>
              <a:defRPr sz="3300" b="1">
                <a:solidFill>
                  <a:srgbClr val="173A2B"/>
                </a:solidFill>
                <a:latin typeface="Arial"/>
                <a:ea typeface="Arial"/>
                <a:cs typeface="Arial"/>
              </a:defRPr>
            </a:lvl1pPr>
            <a:lvl2pPr>
              <a:defRPr sz="3300" b="1">
                <a:solidFill>
                  <a:srgbClr val="173A2B"/>
                </a:solidFill>
                <a:latin typeface="Arial"/>
                <a:ea typeface="Arial"/>
                <a:cs typeface="Arial"/>
              </a:defRPr>
            </a:lvl2pPr>
            <a:lvl3pPr>
              <a:defRPr sz="3300" b="1">
                <a:solidFill>
                  <a:srgbClr val="173A2B"/>
                </a:solidFill>
                <a:latin typeface="Arial"/>
                <a:ea typeface="Arial"/>
                <a:cs typeface="Arial"/>
              </a:defRPr>
            </a:lvl3pPr>
            <a:lvl4pPr>
              <a:defRPr sz="3300" b="1">
                <a:solidFill>
                  <a:srgbClr val="173A2B"/>
                </a:solidFill>
                <a:latin typeface="Arial"/>
                <a:ea typeface="Arial"/>
                <a:cs typeface="Arial"/>
              </a:defRPr>
            </a:lvl4pPr>
            <a:lvl5pPr>
              <a:defRPr sz="3300" b="1">
                <a:solidFill>
                  <a:srgbClr val="173A2B"/>
                </a:solidFill>
                <a:latin typeface="Arial"/>
                <a:ea typeface="Arial"/>
                <a:cs typeface="Arial"/>
              </a:defRPr>
            </a:lvl5pPr>
            <a:lvl6pPr>
              <a:defRPr sz="3300" b="1">
                <a:solidFill>
                  <a:srgbClr val="173A2B"/>
                </a:solidFill>
                <a:latin typeface="Arial"/>
                <a:ea typeface="Arial"/>
                <a:cs typeface="Arial"/>
              </a:defRPr>
            </a:lvl6pPr>
            <a:lvl7pPr>
              <a:defRPr sz="3300" b="1">
                <a:solidFill>
                  <a:srgbClr val="173A2B"/>
                </a:solidFill>
                <a:latin typeface="Arial"/>
                <a:ea typeface="Arial"/>
                <a:cs typeface="Arial"/>
              </a:defRPr>
            </a:lvl7pPr>
            <a:lvl8pPr>
              <a:defRPr sz="3300" b="1">
                <a:solidFill>
                  <a:srgbClr val="173A2B"/>
                </a:solidFill>
                <a:latin typeface="Arial"/>
                <a:ea typeface="Arial"/>
                <a:cs typeface="Arial"/>
              </a:defRPr>
            </a:lvl8pPr>
            <a:lvl9pPr>
              <a:defRPr sz="3300" b="1">
                <a:solidFill>
                  <a:srgbClr val="173A2B"/>
                </a:solidFill>
                <a:latin typeface="Arial"/>
                <a:ea typeface="Arial"/>
                <a:cs typeface="Arial"/>
              </a:defRPr>
            </a:lvl9pPr>
          </a:lstStyle>
          <a:p>
            <a:pPr>
              <a:defRPr sz="3300" b="1">
                <a:solidFill>
                  <a:srgbClr val="173A2B"/>
                </a:solidFill>
                <a:latin typeface="Arial"/>
                <a:ea typeface="Arial"/>
                <a:cs typeface="Arial"/>
              </a:defRPr>
            </a:pPr>
            <a:r>
              <a:rPr sz="3300" b="1">
                <a:solidFill>
                  <a:srgbClr val="173A2B"/>
                </a:solidFill>
                <a:latin typeface="Arial"/>
                <a:ea typeface="Arial"/>
                <a:cs typeface="Arial"/>
              </a:rPr>
              <a:t>Conclusiones y trabajo futuro</a:t>
            </a:r>
          </a:p>
        </p:txBody>
      </p:sp>
      <p:sp>
        <p:nvSpPr>
          <p:cNvPr id="2" name="Rectángulo 1">
            <a:extLst>
              <a:ext uri="{FF2B5EF4-FFF2-40B4-BE49-F238E27FC236}">
                <a16:creationId xmlns:a16="http://schemas.microsoft.com/office/drawing/2014/main" id="{A66A68C6-21E7-4EAA-95FA-BEE954FF2494}"/>
              </a:ext>
            </a:extLst>
          </p:cNvPr>
          <p:cNvSpPr>
            <a:spLocks noGrp="1"/>
          </p:cNvSpPr>
          <p:nvPr/>
        </p:nvSpPr>
        <p:spPr>
          <a:xfrm>
            <a:off x="11334750" y="504825"/>
            <a:ext cx="381000" cy="285750"/>
          </a:xfrm>
          <a:prstGeom prst="rect">
            <a:avLst/>
          </a:prstGeom>
          <a:noFill/>
          <a:ln w="0">
            <a:noFill/>
          </a:ln>
        </p:spPr>
        <p:txBody>
          <a:bodyPr/>
          <a:lstStyle>
            <a:defPPr>
              <a:defRPr sz="1350">
                <a:solidFill>
                  <a:srgbClr val="617068"/>
                </a:solidFill>
                <a:latin typeface="Arial"/>
                <a:ea typeface="Arial"/>
                <a:cs typeface="Arial"/>
              </a:defRPr>
            </a:defPPr>
            <a:lvl1pPr>
              <a:defRPr sz="1350">
                <a:solidFill>
                  <a:srgbClr val="617068"/>
                </a:solidFill>
                <a:latin typeface="Arial"/>
                <a:ea typeface="Arial"/>
                <a:cs typeface="Arial"/>
              </a:defRPr>
            </a:lvl1pPr>
            <a:lvl2pPr>
              <a:defRPr sz="1350">
                <a:solidFill>
                  <a:srgbClr val="617068"/>
                </a:solidFill>
                <a:latin typeface="Arial"/>
                <a:ea typeface="Arial"/>
                <a:cs typeface="Arial"/>
              </a:defRPr>
            </a:lvl2pPr>
            <a:lvl3pPr>
              <a:defRPr sz="1350">
                <a:solidFill>
                  <a:srgbClr val="617068"/>
                </a:solidFill>
                <a:latin typeface="Arial"/>
                <a:ea typeface="Arial"/>
                <a:cs typeface="Arial"/>
              </a:defRPr>
            </a:lvl3pPr>
            <a:lvl4pPr>
              <a:defRPr sz="1350">
                <a:solidFill>
                  <a:srgbClr val="617068"/>
                </a:solidFill>
                <a:latin typeface="Arial"/>
                <a:ea typeface="Arial"/>
                <a:cs typeface="Arial"/>
              </a:defRPr>
            </a:lvl4pPr>
            <a:lvl5pPr>
              <a:defRPr sz="1350">
                <a:solidFill>
                  <a:srgbClr val="617068"/>
                </a:solidFill>
                <a:latin typeface="Arial"/>
                <a:ea typeface="Arial"/>
                <a:cs typeface="Arial"/>
              </a:defRPr>
            </a:lvl5pPr>
            <a:lvl6pPr>
              <a:defRPr sz="1350">
                <a:solidFill>
                  <a:srgbClr val="617068"/>
                </a:solidFill>
                <a:latin typeface="Arial"/>
                <a:ea typeface="Arial"/>
                <a:cs typeface="Arial"/>
              </a:defRPr>
            </a:lvl6pPr>
            <a:lvl7pPr>
              <a:defRPr sz="1350">
                <a:solidFill>
                  <a:srgbClr val="617068"/>
                </a:solidFill>
                <a:latin typeface="Arial"/>
                <a:ea typeface="Arial"/>
                <a:cs typeface="Arial"/>
              </a:defRPr>
            </a:lvl7pPr>
            <a:lvl8pPr>
              <a:defRPr sz="1350">
                <a:solidFill>
                  <a:srgbClr val="617068"/>
                </a:solidFill>
                <a:latin typeface="Arial"/>
                <a:ea typeface="Arial"/>
                <a:cs typeface="Arial"/>
              </a:defRPr>
            </a:lvl8pPr>
            <a:lvl9pPr>
              <a:defRPr sz="1350">
                <a:solidFill>
                  <a:srgbClr val="617068"/>
                </a:solidFill>
                <a:latin typeface="Arial"/>
                <a:ea typeface="Arial"/>
                <a:cs typeface="Arial"/>
              </a:defRPr>
            </a:lvl9pPr>
          </a:lstStyle>
          <a:p>
            <a:pPr>
              <a:defRPr sz="1350">
                <a:solidFill>
                  <a:srgbClr val="617068"/>
                </a:solidFill>
                <a:latin typeface="Arial"/>
                <a:ea typeface="Arial"/>
                <a:cs typeface="Arial"/>
              </a:defRPr>
            </a:pPr>
            <a:r>
              <a:rPr sz="1350">
                <a:solidFill>
                  <a:srgbClr val="617068"/>
                </a:solidFill>
                <a:latin typeface="Arial"/>
                <a:ea typeface="Arial"/>
                <a:cs typeface="Arial"/>
              </a:rPr>
              <a:t>10</a:t>
            </a:r>
          </a:p>
        </p:txBody>
      </p:sp>
      <p:sp>
        <p:nvSpPr>
          <p:cNvPr id="3" name="Rectángulo 2">
            <a:extLst>
              <a:ext uri="{FF2B5EF4-FFF2-40B4-BE49-F238E27FC236}">
                <a16:creationId xmlns:a16="http://schemas.microsoft.com/office/drawing/2014/main" id="{3B079EF9-A4E3-4FD0-BD96-86CAD6B451AB}"/>
              </a:ext>
            </a:extLst>
          </p:cNvPr>
          <p:cNvSpPr>
            <a:spLocks noGrp="1"/>
          </p:cNvSpPr>
          <p:nvPr/>
        </p:nvSpPr>
        <p:spPr>
          <a:xfrm>
            <a:off x="609600" y="1514475"/>
            <a:ext cx="5715000" cy="342900"/>
          </a:xfrm>
          <a:prstGeom prst="rect">
            <a:avLst/>
          </a:prstGeom>
          <a:noFill/>
          <a:ln w="0">
            <a:noFill/>
          </a:ln>
        </p:spPr>
        <p:txBody>
          <a:bodyPr/>
          <a:lstStyle>
            <a:defPPr>
              <a:defRPr sz="1575" b="1">
                <a:solidFill>
                  <a:srgbClr val="C3913C"/>
                </a:solidFill>
                <a:latin typeface="Arial"/>
                <a:ea typeface="Arial"/>
                <a:cs typeface="Arial"/>
              </a:defRPr>
            </a:defPPr>
            <a:lvl1pPr>
              <a:defRPr sz="1575" b="1">
                <a:solidFill>
                  <a:srgbClr val="C3913C"/>
                </a:solidFill>
                <a:latin typeface="Arial"/>
                <a:ea typeface="Arial"/>
                <a:cs typeface="Arial"/>
              </a:defRPr>
            </a:lvl1pPr>
            <a:lvl2pPr>
              <a:defRPr sz="1575" b="1">
                <a:solidFill>
                  <a:srgbClr val="C3913C"/>
                </a:solidFill>
                <a:latin typeface="Arial"/>
                <a:ea typeface="Arial"/>
                <a:cs typeface="Arial"/>
              </a:defRPr>
            </a:lvl2pPr>
            <a:lvl3pPr>
              <a:defRPr sz="1575" b="1">
                <a:solidFill>
                  <a:srgbClr val="C3913C"/>
                </a:solidFill>
                <a:latin typeface="Arial"/>
                <a:ea typeface="Arial"/>
                <a:cs typeface="Arial"/>
              </a:defRPr>
            </a:lvl3pPr>
            <a:lvl4pPr>
              <a:defRPr sz="1575" b="1">
                <a:solidFill>
                  <a:srgbClr val="C3913C"/>
                </a:solidFill>
                <a:latin typeface="Arial"/>
                <a:ea typeface="Arial"/>
                <a:cs typeface="Arial"/>
              </a:defRPr>
            </a:lvl4pPr>
            <a:lvl5pPr>
              <a:defRPr sz="1575" b="1">
                <a:solidFill>
                  <a:srgbClr val="C3913C"/>
                </a:solidFill>
                <a:latin typeface="Arial"/>
                <a:ea typeface="Arial"/>
                <a:cs typeface="Arial"/>
              </a:defRPr>
            </a:lvl5pPr>
            <a:lvl6pPr>
              <a:defRPr sz="1575" b="1">
                <a:solidFill>
                  <a:srgbClr val="C3913C"/>
                </a:solidFill>
                <a:latin typeface="Arial"/>
                <a:ea typeface="Arial"/>
                <a:cs typeface="Arial"/>
              </a:defRPr>
            </a:lvl6pPr>
            <a:lvl7pPr>
              <a:defRPr sz="1575" b="1">
                <a:solidFill>
                  <a:srgbClr val="C3913C"/>
                </a:solidFill>
                <a:latin typeface="Arial"/>
                <a:ea typeface="Arial"/>
                <a:cs typeface="Arial"/>
              </a:defRPr>
            </a:lvl7pPr>
            <a:lvl8pPr>
              <a:defRPr sz="1575" b="1">
                <a:solidFill>
                  <a:srgbClr val="C3913C"/>
                </a:solidFill>
                <a:latin typeface="Arial"/>
                <a:ea typeface="Arial"/>
                <a:cs typeface="Arial"/>
              </a:defRPr>
            </a:lvl8pPr>
            <a:lvl9pPr>
              <a:defRPr sz="1575" b="1">
                <a:solidFill>
                  <a:srgbClr val="C3913C"/>
                </a:solidFill>
                <a:latin typeface="Arial"/>
                <a:ea typeface="Arial"/>
                <a:cs typeface="Arial"/>
              </a:defRPr>
            </a:lvl9pPr>
          </a:lstStyle>
          <a:p>
            <a:pPr>
              <a:defRPr sz="1575" b="1">
                <a:solidFill>
                  <a:srgbClr val="C3913C"/>
                </a:solidFill>
                <a:latin typeface="Arial"/>
                <a:ea typeface="Arial"/>
                <a:cs typeface="Arial"/>
              </a:defRPr>
            </a:pPr>
            <a:r>
              <a:rPr sz="1575" b="1">
                <a:solidFill>
                  <a:srgbClr val="C3913C"/>
                </a:solidFill>
                <a:latin typeface="Arial"/>
                <a:ea typeface="Arial"/>
                <a:cs typeface="Arial"/>
              </a:rPr>
              <a:t>OBJETIVOS ALCANZADOS</a:t>
            </a:r>
          </a:p>
        </p:txBody>
      </p:sp>
      <p:sp>
        <p:nvSpPr>
          <p:cNvPr id="4" name="Rectángulo 3">
            <a:extLst>
              <a:ext uri="{FF2B5EF4-FFF2-40B4-BE49-F238E27FC236}">
                <a16:creationId xmlns:a16="http://schemas.microsoft.com/office/drawing/2014/main" id="{77746871-01E3-440D-A9CF-7784914DDEB9}"/>
              </a:ext>
            </a:extLst>
          </p:cNvPr>
          <p:cNvSpPr>
            <a:spLocks noGrp="1"/>
          </p:cNvSpPr>
          <p:nvPr/>
        </p:nvSpPr>
        <p:spPr>
          <a:xfrm>
            <a:off x="609600" y="2009775"/>
            <a:ext cx="10668000" cy="876300"/>
          </a:xfrm>
          <a:prstGeom prst="rect">
            <a:avLst/>
          </a:prstGeom>
          <a:noFill/>
          <a:ln w="0">
            <a:noFill/>
          </a:ln>
        </p:spPr>
        <p:txBody>
          <a:bodyPr/>
          <a:lstStyle>
            <a:defPPr>
              <a:defRPr sz="2550" b="1">
                <a:solidFill>
                  <a:srgbClr val="173A2B"/>
                </a:solidFill>
                <a:latin typeface="Arial"/>
                <a:ea typeface="Arial"/>
                <a:cs typeface="Arial"/>
              </a:defRPr>
            </a:defPPr>
            <a:lvl1pPr>
              <a:defRPr sz="2550" b="1">
                <a:solidFill>
                  <a:srgbClr val="173A2B"/>
                </a:solidFill>
                <a:latin typeface="Arial"/>
                <a:ea typeface="Arial"/>
                <a:cs typeface="Arial"/>
              </a:defRPr>
            </a:lvl1pPr>
            <a:lvl2pPr>
              <a:defRPr sz="2550" b="1">
                <a:solidFill>
                  <a:srgbClr val="173A2B"/>
                </a:solidFill>
                <a:latin typeface="Arial"/>
                <a:ea typeface="Arial"/>
                <a:cs typeface="Arial"/>
              </a:defRPr>
            </a:lvl2pPr>
            <a:lvl3pPr>
              <a:defRPr sz="2550" b="1">
                <a:solidFill>
                  <a:srgbClr val="173A2B"/>
                </a:solidFill>
                <a:latin typeface="Arial"/>
                <a:ea typeface="Arial"/>
                <a:cs typeface="Arial"/>
              </a:defRPr>
            </a:lvl3pPr>
            <a:lvl4pPr>
              <a:defRPr sz="2550" b="1">
                <a:solidFill>
                  <a:srgbClr val="173A2B"/>
                </a:solidFill>
                <a:latin typeface="Arial"/>
                <a:ea typeface="Arial"/>
                <a:cs typeface="Arial"/>
              </a:defRPr>
            </a:lvl4pPr>
            <a:lvl5pPr>
              <a:defRPr sz="2550" b="1">
                <a:solidFill>
                  <a:srgbClr val="173A2B"/>
                </a:solidFill>
                <a:latin typeface="Arial"/>
                <a:ea typeface="Arial"/>
                <a:cs typeface="Arial"/>
              </a:defRPr>
            </a:lvl5pPr>
            <a:lvl6pPr>
              <a:defRPr sz="2550" b="1">
                <a:solidFill>
                  <a:srgbClr val="173A2B"/>
                </a:solidFill>
                <a:latin typeface="Arial"/>
                <a:ea typeface="Arial"/>
                <a:cs typeface="Arial"/>
              </a:defRPr>
            </a:lvl6pPr>
            <a:lvl7pPr>
              <a:defRPr sz="2550" b="1">
                <a:solidFill>
                  <a:srgbClr val="173A2B"/>
                </a:solidFill>
                <a:latin typeface="Arial"/>
                <a:ea typeface="Arial"/>
                <a:cs typeface="Arial"/>
              </a:defRPr>
            </a:lvl7pPr>
            <a:lvl8pPr>
              <a:defRPr sz="2550" b="1">
                <a:solidFill>
                  <a:srgbClr val="173A2B"/>
                </a:solidFill>
                <a:latin typeface="Arial"/>
                <a:ea typeface="Arial"/>
                <a:cs typeface="Arial"/>
              </a:defRPr>
            </a:lvl8pPr>
            <a:lvl9pPr>
              <a:defRPr sz="2550" b="1">
                <a:solidFill>
                  <a:srgbClr val="173A2B"/>
                </a:solidFill>
                <a:latin typeface="Arial"/>
                <a:ea typeface="Arial"/>
                <a:cs typeface="Arial"/>
              </a:defRPr>
            </a:lvl9pPr>
          </a:lstStyle>
          <a:p>
            <a:pPr>
              <a:defRPr sz="2550" b="1">
                <a:solidFill>
                  <a:srgbClr val="173A2B"/>
                </a:solidFill>
                <a:latin typeface="Arial"/>
                <a:ea typeface="Arial"/>
                <a:cs typeface="Arial"/>
              </a:defRPr>
            </a:pPr>
            <a:r>
              <a:rPr sz="2550" b="1">
                <a:solidFill>
                  <a:srgbClr val="173A2B"/>
                </a:solidFill>
                <a:latin typeface="Arial"/>
                <a:ea typeface="Arial"/>
                <a:cs typeface="Arial"/>
              </a:rPr>
              <a:t>Tres pipelines comparados</a:t>
            </a:r>
          </a:p>
          <a:p>
            <a:pPr>
              <a:defRPr sz="2550" b="1">
                <a:solidFill>
                  <a:srgbClr val="173A2B"/>
                </a:solidFill>
                <a:latin typeface="Arial"/>
                <a:ea typeface="Arial"/>
                <a:cs typeface="Arial"/>
              </a:defRPr>
            </a:pPr>
            <a:r>
              <a:rPr sz="2550" b="1">
                <a:solidFill>
                  <a:srgbClr val="173A2B"/>
                </a:solidFill>
                <a:latin typeface="Arial"/>
                <a:ea typeface="Arial"/>
                <a:cs typeface="Arial"/>
              </a:rPr>
              <a:t>Evaluación reproducible y app funcional</a:t>
            </a:r>
          </a:p>
        </p:txBody>
      </p:sp>
      <p:sp>
        <p:nvSpPr>
          <p:cNvPr id="5" name="Rectángulo 4">
            <a:extLst>
              <a:ext uri="{FF2B5EF4-FFF2-40B4-BE49-F238E27FC236}">
                <a16:creationId xmlns:a16="http://schemas.microsoft.com/office/drawing/2014/main" id="{C3CDAD39-36E3-499C-81CD-9FC002220A14}"/>
              </a:ext>
            </a:extLst>
          </p:cNvPr>
          <p:cNvSpPr>
            <a:spLocks noGrp="1"/>
          </p:cNvSpPr>
          <p:nvPr/>
        </p:nvSpPr>
        <p:spPr>
          <a:xfrm>
            <a:off x="609600" y="3467100"/>
            <a:ext cx="5715000" cy="342900"/>
          </a:xfrm>
          <a:prstGeom prst="rect">
            <a:avLst/>
          </a:prstGeom>
          <a:noFill/>
          <a:ln w="0">
            <a:noFill/>
          </a:ln>
        </p:spPr>
        <p:txBody>
          <a:bodyPr/>
          <a:lstStyle>
            <a:defPPr>
              <a:defRPr sz="1575" b="1">
                <a:solidFill>
                  <a:srgbClr val="C3913C"/>
                </a:solidFill>
                <a:latin typeface="Arial"/>
                <a:ea typeface="Arial"/>
                <a:cs typeface="Arial"/>
              </a:defRPr>
            </a:defPPr>
            <a:lvl1pPr>
              <a:defRPr sz="1575" b="1">
                <a:solidFill>
                  <a:srgbClr val="C3913C"/>
                </a:solidFill>
                <a:latin typeface="Arial"/>
                <a:ea typeface="Arial"/>
                <a:cs typeface="Arial"/>
              </a:defRPr>
            </a:lvl1pPr>
            <a:lvl2pPr>
              <a:defRPr sz="1575" b="1">
                <a:solidFill>
                  <a:srgbClr val="C3913C"/>
                </a:solidFill>
                <a:latin typeface="Arial"/>
                <a:ea typeface="Arial"/>
                <a:cs typeface="Arial"/>
              </a:defRPr>
            </a:lvl2pPr>
            <a:lvl3pPr>
              <a:defRPr sz="1575" b="1">
                <a:solidFill>
                  <a:srgbClr val="C3913C"/>
                </a:solidFill>
                <a:latin typeface="Arial"/>
                <a:ea typeface="Arial"/>
                <a:cs typeface="Arial"/>
              </a:defRPr>
            </a:lvl3pPr>
            <a:lvl4pPr>
              <a:defRPr sz="1575" b="1">
                <a:solidFill>
                  <a:srgbClr val="C3913C"/>
                </a:solidFill>
                <a:latin typeface="Arial"/>
                <a:ea typeface="Arial"/>
                <a:cs typeface="Arial"/>
              </a:defRPr>
            </a:lvl4pPr>
            <a:lvl5pPr>
              <a:defRPr sz="1575" b="1">
                <a:solidFill>
                  <a:srgbClr val="C3913C"/>
                </a:solidFill>
                <a:latin typeface="Arial"/>
                <a:ea typeface="Arial"/>
                <a:cs typeface="Arial"/>
              </a:defRPr>
            </a:lvl5pPr>
            <a:lvl6pPr>
              <a:defRPr sz="1575" b="1">
                <a:solidFill>
                  <a:srgbClr val="C3913C"/>
                </a:solidFill>
                <a:latin typeface="Arial"/>
                <a:ea typeface="Arial"/>
                <a:cs typeface="Arial"/>
              </a:defRPr>
            </a:lvl6pPr>
            <a:lvl7pPr>
              <a:defRPr sz="1575" b="1">
                <a:solidFill>
                  <a:srgbClr val="C3913C"/>
                </a:solidFill>
                <a:latin typeface="Arial"/>
                <a:ea typeface="Arial"/>
                <a:cs typeface="Arial"/>
              </a:defRPr>
            </a:lvl7pPr>
            <a:lvl8pPr>
              <a:defRPr sz="1575" b="1">
                <a:solidFill>
                  <a:srgbClr val="C3913C"/>
                </a:solidFill>
                <a:latin typeface="Arial"/>
                <a:ea typeface="Arial"/>
                <a:cs typeface="Arial"/>
              </a:defRPr>
            </a:lvl8pPr>
            <a:lvl9pPr>
              <a:defRPr sz="1575" b="1">
                <a:solidFill>
                  <a:srgbClr val="C3913C"/>
                </a:solidFill>
                <a:latin typeface="Arial"/>
                <a:ea typeface="Arial"/>
                <a:cs typeface="Arial"/>
              </a:defRPr>
            </a:lvl9pPr>
          </a:lstStyle>
          <a:p>
            <a:pPr>
              <a:defRPr sz="1575" b="1">
                <a:solidFill>
                  <a:srgbClr val="C3913C"/>
                </a:solidFill>
                <a:latin typeface="Arial"/>
                <a:ea typeface="Arial"/>
                <a:cs typeface="Arial"/>
              </a:defRPr>
            </a:pPr>
            <a:r>
              <a:rPr sz="1575" b="1">
                <a:solidFill>
                  <a:srgbClr val="C3913C"/>
                </a:solidFill>
                <a:latin typeface="Arial"/>
                <a:ea typeface="Arial"/>
                <a:cs typeface="Arial"/>
              </a:rPr>
              <a:t>SIGUIENTE ITERACIÓN</a:t>
            </a:r>
          </a:p>
        </p:txBody>
      </p:sp>
      <p:sp>
        <p:nvSpPr>
          <p:cNvPr id="6" name="Rectángulo 5">
            <a:extLst>
              <a:ext uri="{FF2B5EF4-FFF2-40B4-BE49-F238E27FC236}">
                <a16:creationId xmlns:a16="http://schemas.microsoft.com/office/drawing/2014/main" id="{D95BBA48-140C-4A0A-9EBF-B99088BA989B}"/>
              </a:ext>
            </a:extLst>
          </p:cNvPr>
          <p:cNvSpPr>
            <a:spLocks noGrp="1"/>
          </p:cNvSpPr>
          <p:nvPr/>
        </p:nvSpPr>
        <p:spPr>
          <a:xfrm>
            <a:off x="609600" y="3962400"/>
            <a:ext cx="10763250" cy="1390650"/>
          </a:xfrm>
          <a:prstGeom prst="rect">
            <a:avLst/>
          </a:prstGeom>
          <a:noFill/>
          <a:ln w="0">
            <a:noFill/>
          </a:ln>
        </p:spPr>
        <p:txBody>
          <a:bodyPr/>
          <a:lstStyle>
            <a:defPPr>
              <a:defRPr sz="2325">
                <a:solidFill>
                  <a:srgbClr val="25332C"/>
                </a:solidFill>
                <a:latin typeface="Arial"/>
                <a:ea typeface="Arial"/>
                <a:cs typeface="Arial"/>
              </a:defRPr>
            </a:defPPr>
            <a:lvl1pPr>
              <a:defRPr sz="2325">
                <a:solidFill>
                  <a:srgbClr val="25332C"/>
                </a:solidFill>
                <a:latin typeface="Arial"/>
                <a:ea typeface="Arial"/>
                <a:cs typeface="Arial"/>
              </a:defRPr>
            </a:lvl1pPr>
            <a:lvl2pPr>
              <a:defRPr sz="2325">
                <a:solidFill>
                  <a:srgbClr val="25332C"/>
                </a:solidFill>
                <a:latin typeface="Arial"/>
                <a:ea typeface="Arial"/>
                <a:cs typeface="Arial"/>
              </a:defRPr>
            </a:lvl2pPr>
            <a:lvl3pPr>
              <a:defRPr sz="2325">
                <a:solidFill>
                  <a:srgbClr val="25332C"/>
                </a:solidFill>
                <a:latin typeface="Arial"/>
                <a:ea typeface="Arial"/>
                <a:cs typeface="Arial"/>
              </a:defRPr>
            </a:lvl3pPr>
            <a:lvl4pPr>
              <a:defRPr sz="2325">
                <a:solidFill>
                  <a:srgbClr val="25332C"/>
                </a:solidFill>
                <a:latin typeface="Arial"/>
                <a:ea typeface="Arial"/>
                <a:cs typeface="Arial"/>
              </a:defRPr>
            </a:lvl4pPr>
            <a:lvl5pPr>
              <a:defRPr sz="2325">
                <a:solidFill>
                  <a:srgbClr val="25332C"/>
                </a:solidFill>
                <a:latin typeface="Arial"/>
                <a:ea typeface="Arial"/>
                <a:cs typeface="Arial"/>
              </a:defRPr>
            </a:lvl5pPr>
            <a:lvl6pPr>
              <a:defRPr sz="2325">
                <a:solidFill>
                  <a:srgbClr val="25332C"/>
                </a:solidFill>
                <a:latin typeface="Arial"/>
                <a:ea typeface="Arial"/>
                <a:cs typeface="Arial"/>
              </a:defRPr>
            </a:lvl6pPr>
            <a:lvl7pPr>
              <a:defRPr sz="2325">
                <a:solidFill>
                  <a:srgbClr val="25332C"/>
                </a:solidFill>
                <a:latin typeface="Arial"/>
                <a:ea typeface="Arial"/>
                <a:cs typeface="Arial"/>
              </a:defRPr>
            </a:lvl7pPr>
            <a:lvl8pPr>
              <a:defRPr sz="2325">
                <a:solidFill>
                  <a:srgbClr val="25332C"/>
                </a:solidFill>
                <a:latin typeface="Arial"/>
                <a:ea typeface="Arial"/>
                <a:cs typeface="Arial"/>
              </a:defRPr>
            </a:lvl8pPr>
            <a:lvl9pPr>
              <a:defRPr sz="2325">
                <a:solidFill>
                  <a:srgbClr val="25332C"/>
                </a:solidFill>
                <a:latin typeface="Arial"/>
                <a:ea typeface="Arial"/>
                <a:cs typeface="Arial"/>
              </a:defRPr>
            </a:lvl9pPr>
          </a:lstStyle>
          <a:p>
            <a:pPr>
              <a:defRPr sz="2325">
                <a:solidFill>
                  <a:srgbClr val="25332C"/>
                </a:solidFill>
                <a:latin typeface="Arial"/>
                <a:ea typeface="Arial"/>
                <a:cs typeface="Arial"/>
              </a:defRPr>
            </a:pPr>
            <a:r>
              <a:rPr sz="2325">
                <a:solidFill>
                  <a:srgbClr val="25332C"/>
                </a:solidFill>
                <a:latin typeface="Arial"/>
                <a:ea typeface="Arial"/>
                <a:cs typeface="Arial"/>
              </a:rPr>
              <a:t>Completar datos y reforzar clases escasas</a:t>
            </a:r>
          </a:p>
          <a:p>
            <a:pPr>
              <a:defRPr sz="2325">
                <a:solidFill>
                  <a:srgbClr val="25332C"/>
                </a:solidFill>
                <a:latin typeface="Arial"/>
                <a:ea typeface="Arial"/>
                <a:cs typeface="Arial"/>
              </a:defRPr>
            </a:pPr>
            <a:r>
              <a:rPr sz="2325">
                <a:solidFill>
                  <a:srgbClr val="25332C"/>
                </a:solidFill>
                <a:latin typeface="Arial"/>
                <a:ea typeface="Arial"/>
                <a:cs typeface="Arial"/>
              </a:rPr>
              <a:t>Evaluar transferencia de aprendizaje</a:t>
            </a:r>
          </a:p>
          <a:p>
            <a:pPr>
              <a:defRPr sz="2325">
                <a:solidFill>
                  <a:srgbClr val="25332C"/>
                </a:solidFill>
                <a:latin typeface="Arial"/>
                <a:ea typeface="Arial"/>
                <a:cs typeface="Arial"/>
              </a:defRPr>
            </a:pPr>
            <a:r>
              <a:rPr sz="2325">
                <a:solidFill>
                  <a:srgbClr val="25332C"/>
                </a:solidFill>
                <a:latin typeface="Arial"/>
                <a:ea typeface="Arial"/>
                <a:cs typeface="Arial"/>
              </a:rPr>
              <a:t>Calibrar salidas y validar con imágenes externas</a:t>
            </a:r>
          </a:p>
        </p:txBody>
      </p:sp>
    </p:spTree>
    <p:extLst>
      <p:ext uri="{BB962C8B-B14F-4D97-AF65-F5344CB8AC3E}">
        <p14:creationId xmlns:p14="http://schemas.microsoft.com/office/powerpoint/2010/main" val="1510725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EFFF24EC-C66E-4303-A9BF-771333AB35A6}"/>
              </a:ext>
            </a:extLst>
          </p:cNvPr>
          <p:cNvSpPr>
            <a:spLocks noGrp="1"/>
          </p:cNvSpPr>
          <p:nvPr/>
        </p:nvSpPr>
        <p:spPr>
          <a:xfrm>
            <a:off x="4571999" y="3114675"/>
            <a:ext cx="3048001" cy="628650"/>
          </a:xfrm>
          <a:prstGeom prst="rect">
            <a:avLst/>
          </a:prstGeom>
          <a:noFill/>
          <a:ln w="0">
            <a:noFill/>
          </a:ln>
        </p:spPr>
        <p:txBody>
          <a:bodyPr/>
          <a:lstStyle>
            <a:defPPr>
              <a:defRPr sz="3300" b="1">
                <a:solidFill>
                  <a:srgbClr val="173A2B"/>
                </a:solidFill>
                <a:latin typeface="Arial"/>
                <a:ea typeface="Arial"/>
                <a:cs typeface="Arial"/>
              </a:defRPr>
            </a:defPPr>
            <a:lvl1pPr>
              <a:defRPr sz="3300" b="1">
                <a:solidFill>
                  <a:srgbClr val="173A2B"/>
                </a:solidFill>
                <a:latin typeface="Arial"/>
                <a:ea typeface="Arial"/>
                <a:cs typeface="Arial"/>
              </a:defRPr>
            </a:lvl1pPr>
            <a:lvl2pPr>
              <a:defRPr sz="3300" b="1">
                <a:solidFill>
                  <a:srgbClr val="173A2B"/>
                </a:solidFill>
                <a:latin typeface="Arial"/>
                <a:ea typeface="Arial"/>
                <a:cs typeface="Arial"/>
              </a:defRPr>
            </a:lvl2pPr>
            <a:lvl3pPr>
              <a:defRPr sz="3300" b="1">
                <a:solidFill>
                  <a:srgbClr val="173A2B"/>
                </a:solidFill>
                <a:latin typeface="Arial"/>
                <a:ea typeface="Arial"/>
                <a:cs typeface="Arial"/>
              </a:defRPr>
            </a:lvl3pPr>
            <a:lvl4pPr>
              <a:defRPr sz="3300" b="1">
                <a:solidFill>
                  <a:srgbClr val="173A2B"/>
                </a:solidFill>
                <a:latin typeface="Arial"/>
                <a:ea typeface="Arial"/>
                <a:cs typeface="Arial"/>
              </a:defRPr>
            </a:lvl4pPr>
            <a:lvl5pPr>
              <a:defRPr sz="3300" b="1">
                <a:solidFill>
                  <a:srgbClr val="173A2B"/>
                </a:solidFill>
                <a:latin typeface="Arial"/>
                <a:ea typeface="Arial"/>
                <a:cs typeface="Arial"/>
              </a:defRPr>
            </a:lvl5pPr>
            <a:lvl6pPr>
              <a:defRPr sz="3300" b="1">
                <a:solidFill>
                  <a:srgbClr val="173A2B"/>
                </a:solidFill>
                <a:latin typeface="Arial"/>
                <a:ea typeface="Arial"/>
                <a:cs typeface="Arial"/>
              </a:defRPr>
            </a:lvl6pPr>
            <a:lvl7pPr>
              <a:defRPr sz="3300" b="1">
                <a:solidFill>
                  <a:srgbClr val="173A2B"/>
                </a:solidFill>
                <a:latin typeface="Arial"/>
                <a:ea typeface="Arial"/>
                <a:cs typeface="Arial"/>
              </a:defRPr>
            </a:lvl7pPr>
            <a:lvl8pPr>
              <a:defRPr sz="3300" b="1">
                <a:solidFill>
                  <a:srgbClr val="173A2B"/>
                </a:solidFill>
                <a:latin typeface="Arial"/>
                <a:ea typeface="Arial"/>
                <a:cs typeface="Arial"/>
              </a:defRPr>
            </a:lvl8pPr>
            <a:lvl9pPr>
              <a:defRPr sz="3300" b="1">
                <a:solidFill>
                  <a:srgbClr val="173A2B"/>
                </a:solidFill>
                <a:latin typeface="Arial"/>
                <a:ea typeface="Arial"/>
                <a:cs typeface="Arial"/>
              </a:defRPr>
            </a:lvl9pPr>
          </a:lstStyle>
          <a:p>
            <a:pPr>
              <a:defRPr sz="3300" b="1">
                <a:solidFill>
                  <a:srgbClr val="173A2B"/>
                </a:solidFill>
                <a:latin typeface="Arial"/>
                <a:ea typeface="Arial"/>
                <a:cs typeface="Arial"/>
              </a:defRPr>
            </a:pPr>
            <a:r>
              <a:rPr lang="es-MX" sz="3300" b="1" dirty="0">
                <a:solidFill>
                  <a:srgbClr val="173A2B"/>
                </a:solidFill>
                <a:latin typeface="Arial"/>
                <a:ea typeface="Arial"/>
                <a:cs typeface="Arial"/>
              </a:rPr>
              <a:t>¿ </a:t>
            </a:r>
            <a:r>
              <a:rPr sz="3300" b="1" dirty="0" err="1">
                <a:solidFill>
                  <a:srgbClr val="173A2B"/>
                </a:solidFill>
                <a:latin typeface="Arial"/>
                <a:ea typeface="Arial"/>
                <a:cs typeface="Arial"/>
              </a:rPr>
              <a:t>Preguntas</a:t>
            </a:r>
            <a:r>
              <a:rPr lang="es-MX" sz="3300" b="1" dirty="0">
                <a:solidFill>
                  <a:srgbClr val="173A2B"/>
                </a:solidFill>
                <a:latin typeface="Arial"/>
                <a:ea typeface="Arial"/>
                <a:cs typeface="Arial"/>
              </a:rPr>
              <a:t> ?</a:t>
            </a:r>
            <a:endParaRPr sz="3300" b="1" dirty="0">
              <a:solidFill>
                <a:srgbClr val="173A2B"/>
              </a:solidFill>
              <a:latin typeface="Arial"/>
              <a:ea typeface="Arial"/>
              <a:cs typeface="Arial"/>
            </a:endParaRPr>
          </a:p>
        </p:txBody>
      </p:sp>
      <p:sp>
        <p:nvSpPr>
          <p:cNvPr id="2" name="Rectángulo 1">
            <a:extLst>
              <a:ext uri="{FF2B5EF4-FFF2-40B4-BE49-F238E27FC236}">
                <a16:creationId xmlns:a16="http://schemas.microsoft.com/office/drawing/2014/main" id="{9101D676-204B-49E1-9BA6-1E0D38451E9A}"/>
              </a:ext>
            </a:extLst>
          </p:cNvPr>
          <p:cNvSpPr>
            <a:spLocks noGrp="1"/>
          </p:cNvSpPr>
          <p:nvPr/>
        </p:nvSpPr>
        <p:spPr>
          <a:xfrm>
            <a:off x="11334750" y="504825"/>
            <a:ext cx="381000" cy="285750"/>
          </a:xfrm>
          <a:prstGeom prst="rect">
            <a:avLst/>
          </a:prstGeom>
          <a:noFill/>
          <a:ln w="0">
            <a:noFill/>
          </a:ln>
        </p:spPr>
        <p:txBody>
          <a:bodyPr/>
          <a:lstStyle>
            <a:defPPr>
              <a:defRPr sz="1350">
                <a:solidFill>
                  <a:srgbClr val="617068"/>
                </a:solidFill>
                <a:latin typeface="Arial"/>
                <a:ea typeface="Arial"/>
                <a:cs typeface="Arial"/>
              </a:defRPr>
            </a:defPPr>
            <a:lvl1pPr>
              <a:defRPr sz="1350">
                <a:solidFill>
                  <a:srgbClr val="617068"/>
                </a:solidFill>
                <a:latin typeface="Arial"/>
                <a:ea typeface="Arial"/>
                <a:cs typeface="Arial"/>
              </a:defRPr>
            </a:lvl1pPr>
            <a:lvl2pPr>
              <a:defRPr sz="1350">
                <a:solidFill>
                  <a:srgbClr val="617068"/>
                </a:solidFill>
                <a:latin typeface="Arial"/>
                <a:ea typeface="Arial"/>
                <a:cs typeface="Arial"/>
              </a:defRPr>
            </a:lvl2pPr>
            <a:lvl3pPr>
              <a:defRPr sz="1350">
                <a:solidFill>
                  <a:srgbClr val="617068"/>
                </a:solidFill>
                <a:latin typeface="Arial"/>
                <a:ea typeface="Arial"/>
                <a:cs typeface="Arial"/>
              </a:defRPr>
            </a:lvl3pPr>
            <a:lvl4pPr>
              <a:defRPr sz="1350">
                <a:solidFill>
                  <a:srgbClr val="617068"/>
                </a:solidFill>
                <a:latin typeface="Arial"/>
                <a:ea typeface="Arial"/>
                <a:cs typeface="Arial"/>
              </a:defRPr>
            </a:lvl4pPr>
            <a:lvl5pPr>
              <a:defRPr sz="1350">
                <a:solidFill>
                  <a:srgbClr val="617068"/>
                </a:solidFill>
                <a:latin typeface="Arial"/>
                <a:ea typeface="Arial"/>
                <a:cs typeface="Arial"/>
              </a:defRPr>
            </a:lvl5pPr>
            <a:lvl6pPr>
              <a:defRPr sz="1350">
                <a:solidFill>
                  <a:srgbClr val="617068"/>
                </a:solidFill>
                <a:latin typeface="Arial"/>
                <a:ea typeface="Arial"/>
                <a:cs typeface="Arial"/>
              </a:defRPr>
            </a:lvl6pPr>
            <a:lvl7pPr>
              <a:defRPr sz="1350">
                <a:solidFill>
                  <a:srgbClr val="617068"/>
                </a:solidFill>
                <a:latin typeface="Arial"/>
                <a:ea typeface="Arial"/>
                <a:cs typeface="Arial"/>
              </a:defRPr>
            </a:lvl7pPr>
            <a:lvl8pPr>
              <a:defRPr sz="1350">
                <a:solidFill>
                  <a:srgbClr val="617068"/>
                </a:solidFill>
                <a:latin typeface="Arial"/>
                <a:ea typeface="Arial"/>
                <a:cs typeface="Arial"/>
              </a:defRPr>
            </a:lvl8pPr>
            <a:lvl9pPr>
              <a:defRPr sz="1350">
                <a:solidFill>
                  <a:srgbClr val="617068"/>
                </a:solidFill>
                <a:latin typeface="Arial"/>
                <a:ea typeface="Arial"/>
                <a:cs typeface="Arial"/>
              </a:defRPr>
            </a:lvl9pPr>
          </a:lstStyle>
          <a:p>
            <a:pPr>
              <a:defRPr sz="1350">
                <a:solidFill>
                  <a:srgbClr val="617068"/>
                </a:solidFill>
                <a:latin typeface="Arial"/>
                <a:ea typeface="Arial"/>
                <a:cs typeface="Arial"/>
              </a:defRPr>
            </a:pPr>
            <a:r>
              <a:rPr sz="1350">
                <a:solidFill>
                  <a:srgbClr val="617068"/>
                </a:solidFill>
                <a:latin typeface="Arial"/>
                <a:ea typeface="Arial"/>
                <a:cs typeface="Arial"/>
              </a:rPr>
              <a:t>11</a:t>
            </a:r>
          </a:p>
        </p:txBody>
      </p:sp>
    </p:spTree>
    <p:extLst>
      <p:ext uri="{BB962C8B-B14F-4D97-AF65-F5344CB8AC3E}">
        <p14:creationId xmlns:p14="http://schemas.microsoft.com/office/powerpoint/2010/main" val="98965724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2584</Words>
  <Application>Microsoft Office PowerPoint</Application>
  <DocSecurity>0</DocSecurity>
  <PresentationFormat>Panorámica</PresentationFormat>
  <Paragraphs>227</Paragraphs>
  <Slides>11</Slides>
  <Notes>11</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11</vt:i4>
      </vt:variant>
    </vt:vector>
  </HeadingPairs>
  <TitlesOfParts>
    <vt:vector size="14" baseType="lpstr">
      <vt:lpstr>Aptos</vt:lpstr>
      <vt:lpstr>Arial</vt:lpstr>
      <vt:lpstr>ChatGPT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MARROQUIN SEQUEN, IHAN GILBERTO ALEXANDER</cp:lastModifiedBy>
  <cp:revision>1</cp:revision>
  <dcterms:created xsi:type="dcterms:W3CDTF">2026-10-19T15:17:08Z</dcterms:created>
  <dcterms:modified xsi:type="dcterms:W3CDTF">2026-10-19T16:00:11Z</dcterms:modified>
</cp:coreProperties>
</file>